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7"/>
  </p:notesMasterIdLst>
  <p:sldIdLst>
    <p:sldId id="256" r:id="rId5"/>
    <p:sldId id="275" r:id="rId6"/>
    <p:sldId id="286" r:id="rId7"/>
    <p:sldId id="303" r:id="rId8"/>
    <p:sldId id="304" r:id="rId9"/>
    <p:sldId id="305" r:id="rId10"/>
    <p:sldId id="307" r:id="rId11"/>
    <p:sldId id="306" r:id="rId12"/>
    <p:sldId id="308" r:id="rId13"/>
    <p:sldId id="309" r:id="rId14"/>
    <p:sldId id="310" r:id="rId15"/>
    <p:sldId id="272" r:id="rId1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309563" rtl="0" fontAlgn="auto" latinLnBrk="0" hangingPunct="0">
      <a:lnSpc>
        <a:spcPct val="100000"/>
      </a:lnSpc>
      <a:spcBef>
        <a:spcPts val="0"/>
      </a:spcBef>
      <a:spcAft>
        <a:spcPts val="0"/>
      </a:spcAft>
      <a:buClrTx/>
      <a:buSzTx/>
      <a:buFontTx/>
      <a:buNone/>
      <a:tabLst/>
      <a:defRPr kumimoji="0" sz="3000" b="0" i="0" u="none" strike="noStrike" cap="none" spc="-59" normalizeH="0" baseline="1622">
        <a:ln>
          <a:noFill/>
        </a:ln>
        <a:solidFill>
          <a:schemeClr val="accent6">
            <a:lumOff val="-31799"/>
          </a:schemeClr>
        </a:solidFill>
        <a:effectLst/>
        <a:uFillTx/>
        <a:latin typeface="PP Object Sans Regular"/>
        <a:ea typeface="PP Object Sans Regular"/>
        <a:cs typeface="PP Object Sans Regular"/>
        <a:sym typeface="PP Object Sans Regular"/>
      </a:defRPr>
    </a:lvl1pPr>
    <a:lvl2pPr marL="0" marR="0" indent="0" algn="l" defTabSz="309563" rtl="0" fontAlgn="auto" latinLnBrk="0" hangingPunct="0">
      <a:lnSpc>
        <a:spcPct val="100000"/>
      </a:lnSpc>
      <a:spcBef>
        <a:spcPts val="0"/>
      </a:spcBef>
      <a:spcAft>
        <a:spcPts val="0"/>
      </a:spcAft>
      <a:buClrTx/>
      <a:buSzTx/>
      <a:buFontTx/>
      <a:buNone/>
      <a:tabLst/>
      <a:defRPr kumimoji="0" sz="3000" b="0" i="0" u="none" strike="noStrike" cap="none" spc="-59" normalizeH="0" baseline="1622">
        <a:ln>
          <a:noFill/>
        </a:ln>
        <a:solidFill>
          <a:schemeClr val="accent6">
            <a:lumOff val="-31799"/>
          </a:schemeClr>
        </a:solidFill>
        <a:effectLst/>
        <a:uFillTx/>
        <a:latin typeface="PP Object Sans Regular"/>
        <a:ea typeface="PP Object Sans Regular"/>
        <a:cs typeface="PP Object Sans Regular"/>
        <a:sym typeface="PP Object Sans Regular"/>
      </a:defRPr>
    </a:lvl2pPr>
    <a:lvl3pPr marL="0" marR="0" indent="0" algn="l" defTabSz="309563" rtl="0" fontAlgn="auto" latinLnBrk="0" hangingPunct="0">
      <a:lnSpc>
        <a:spcPct val="100000"/>
      </a:lnSpc>
      <a:spcBef>
        <a:spcPts val="0"/>
      </a:spcBef>
      <a:spcAft>
        <a:spcPts val="0"/>
      </a:spcAft>
      <a:buClrTx/>
      <a:buSzTx/>
      <a:buFontTx/>
      <a:buNone/>
      <a:tabLst/>
      <a:defRPr kumimoji="0" sz="3000" b="0" i="0" u="none" strike="noStrike" cap="none" spc="-59" normalizeH="0" baseline="1622">
        <a:ln>
          <a:noFill/>
        </a:ln>
        <a:solidFill>
          <a:schemeClr val="accent6">
            <a:lumOff val="-31799"/>
          </a:schemeClr>
        </a:solidFill>
        <a:effectLst/>
        <a:uFillTx/>
        <a:latin typeface="PP Object Sans Regular"/>
        <a:ea typeface="PP Object Sans Regular"/>
        <a:cs typeface="PP Object Sans Regular"/>
        <a:sym typeface="PP Object Sans Regular"/>
      </a:defRPr>
    </a:lvl3pPr>
    <a:lvl4pPr marL="0" marR="0" indent="0" algn="l" defTabSz="309563" rtl="0" fontAlgn="auto" latinLnBrk="0" hangingPunct="0">
      <a:lnSpc>
        <a:spcPct val="100000"/>
      </a:lnSpc>
      <a:spcBef>
        <a:spcPts val="0"/>
      </a:spcBef>
      <a:spcAft>
        <a:spcPts val="0"/>
      </a:spcAft>
      <a:buClrTx/>
      <a:buSzTx/>
      <a:buFontTx/>
      <a:buNone/>
      <a:tabLst/>
      <a:defRPr kumimoji="0" sz="3000" b="0" i="0" u="none" strike="noStrike" cap="none" spc="-59" normalizeH="0" baseline="1622">
        <a:ln>
          <a:noFill/>
        </a:ln>
        <a:solidFill>
          <a:schemeClr val="accent6">
            <a:lumOff val="-31799"/>
          </a:schemeClr>
        </a:solidFill>
        <a:effectLst/>
        <a:uFillTx/>
        <a:latin typeface="PP Object Sans Regular"/>
        <a:ea typeface="PP Object Sans Regular"/>
        <a:cs typeface="PP Object Sans Regular"/>
        <a:sym typeface="PP Object Sans Regular"/>
      </a:defRPr>
    </a:lvl4pPr>
    <a:lvl5pPr marL="0" marR="0" indent="0" algn="l" defTabSz="309563" rtl="0" fontAlgn="auto" latinLnBrk="0" hangingPunct="0">
      <a:lnSpc>
        <a:spcPct val="100000"/>
      </a:lnSpc>
      <a:spcBef>
        <a:spcPts val="0"/>
      </a:spcBef>
      <a:spcAft>
        <a:spcPts val="0"/>
      </a:spcAft>
      <a:buClrTx/>
      <a:buSzTx/>
      <a:buFontTx/>
      <a:buNone/>
      <a:tabLst/>
      <a:defRPr kumimoji="0" sz="3000" b="0" i="0" u="none" strike="noStrike" cap="none" spc="-59" normalizeH="0" baseline="1622">
        <a:ln>
          <a:noFill/>
        </a:ln>
        <a:solidFill>
          <a:schemeClr val="accent6">
            <a:lumOff val="-31799"/>
          </a:schemeClr>
        </a:solidFill>
        <a:effectLst/>
        <a:uFillTx/>
        <a:latin typeface="PP Object Sans Regular"/>
        <a:ea typeface="PP Object Sans Regular"/>
        <a:cs typeface="PP Object Sans Regular"/>
        <a:sym typeface="PP Object Sans Regular"/>
      </a:defRPr>
    </a:lvl5pPr>
    <a:lvl6pPr marL="0" marR="0" indent="0" algn="l" defTabSz="309563" rtl="0" fontAlgn="auto" latinLnBrk="0" hangingPunct="0">
      <a:lnSpc>
        <a:spcPct val="100000"/>
      </a:lnSpc>
      <a:spcBef>
        <a:spcPts val="0"/>
      </a:spcBef>
      <a:spcAft>
        <a:spcPts val="0"/>
      </a:spcAft>
      <a:buClrTx/>
      <a:buSzTx/>
      <a:buFontTx/>
      <a:buNone/>
      <a:tabLst/>
      <a:defRPr kumimoji="0" sz="3000" b="0" i="0" u="none" strike="noStrike" cap="none" spc="-59" normalizeH="0" baseline="1622">
        <a:ln>
          <a:noFill/>
        </a:ln>
        <a:solidFill>
          <a:schemeClr val="accent6">
            <a:lumOff val="-31799"/>
          </a:schemeClr>
        </a:solidFill>
        <a:effectLst/>
        <a:uFillTx/>
        <a:latin typeface="PP Object Sans Regular"/>
        <a:ea typeface="PP Object Sans Regular"/>
        <a:cs typeface="PP Object Sans Regular"/>
        <a:sym typeface="PP Object Sans Regular"/>
      </a:defRPr>
    </a:lvl6pPr>
    <a:lvl7pPr marL="0" marR="0" indent="0" algn="l" defTabSz="309563" rtl="0" fontAlgn="auto" latinLnBrk="0" hangingPunct="0">
      <a:lnSpc>
        <a:spcPct val="100000"/>
      </a:lnSpc>
      <a:spcBef>
        <a:spcPts val="0"/>
      </a:spcBef>
      <a:spcAft>
        <a:spcPts val="0"/>
      </a:spcAft>
      <a:buClrTx/>
      <a:buSzTx/>
      <a:buFontTx/>
      <a:buNone/>
      <a:tabLst/>
      <a:defRPr kumimoji="0" sz="3000" b="0" i="0" u="none" strike="noStrike" cap="none" spc="-59" normalizeH="0" baseline="1622">
        <a:ln>
          <a:noFill/>
        </a:ln>
        <a:solidFill>
          <a:schemeClr val="accent6">
            <a:lumOff val="-31799"/>
          </a:schemeClr>
        </a:solidFill>
        <a:effectLst/>
        <a:uFillTx/>
        <a:latin typeface="PP Object Sans Regular"/>
        <a:ea typeface="PP Object Sans Regular"/>
        <a:cs typeface="PP Object Sans Regular"/>
        <a:sym typeface="PP Object Sans Regular"/>
      </a:defRPr>
    </a:lvl7pPr>
    <a:lvl8pPr marL="0" marR="0" indent="0" algn="l" defTabSz="309563" rtl="0" fontAlgn="auto" latinLnBrk="0" hangingPunct="0">
      <a:lnSpc>
        <a:spcPct val="100000"/>
      </a:lnSpc>
      <a:spcBef>
        <a:spcPts val="0"/>
      </a:spcBef>
      <a:spcAft>
        <a:spcPts val="0"/>
      </a:spcAft>
      <a:buClrTx/>
      <a:buSzTx/>
      <a:buFontTx/>
      <a:buNone/>
      <a:tabLst/>
      <a:defRPr kumimoji="0" sz="3000" b="0" i="0" u="none" strike="noStrike" cap="none" spc="-59" normalizeH="0" baseline="1622">
        <a:ln>
          <a:noFill/>
        </a:ln>
        <a:solidFill>
          <a:schemeClr val="accent6">
            <a:lumOff val="-31799"/>
          </a:schemeClr>
        </a:solidFill>
        <a:effectLst/>
        <a:uFillTx/>
        <a:latin typeface="PP Object Sans Regular"/>
        <a:ea typeface="PP Object Sans Regular"/>
        <a:cs typeface="PP Object Sans Regular"/>
        <a:sym typeface="PP Object Sans Regular"/>
      </a:defRPr>
    </a:lvl8pPr>
    <a:lvl9pPr marL="0" marR="0" indent="0" algn="l" defTabSz="309563" rtl="0" fontAlgn="auto" latinLnBrk="0" hangingPunct="0">
      <a:lnSpc>
        <a:spcPct val="100000"/>
      </a:lnSpc>
      <a:spcBef>
        <a:spcPts val="0"/>
      </a:spcBef>
      <a:spcAft>
        <a:spcPts val="0"/>
      </a:spcAft>
      <a:buClrTx/>
      <a:buSzTx/>
      <a:buFontTx/>
      <a:buNone/>
      <a:tabLst/>
      <a:defRPr kumimoji="0" sz="3000" b="0" i="0" u="none" strike="noStrike" cap="none" spc="-59" normalizeH="0" baseline="1622">
        <a:ln>
          <a:noFill/>
        </a:ln>
        <a:solidFill>
          <a:schemeClr val="accent6">
            <a:lumOff val="-31799"/>
          </a:schemeClr>
        </a:solidFill>
        <a:effectLst/>
        <a:uFillTx/>
        <a:latin typeface="PP Object Sans Regular"/>
        <a:ea typeface="PP Object Sans Regular"/>
        <a:cs typeface="PP Object Sans Regular"/>
        <a:sym typeface="PP Object Sans Regular"/>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1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B4CCC3-051A-22B7-9E61-61E0DAD5C480}" v="141" dt="2026-02-26T13:29:03.74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PP Object Sans Regular"/>
          <a:ea typeface="PP Object Sans Regular"/>
          <a:cs typeface="PP Object Sans Regular"/>
        </a:font>
        <a:schemeClr val="accent6">
          <a:lumOff val="-31799"/>
        </a:schemeClr>
      </a:tcTxStyle>
      <a:tcStyle>
        <a:tcBdr>
          <a:left>
            <a:ln w="12700" cap="flat">
              <a:solidFill>
                <a:schemeClr val="accent6">
                  <a:lumOff val="-31799"/>
                </a:schemeClr>
              </a:solidFill>
              <a:prstDash val="solid"/>
              <a:miter lim="400000"/>
            </a:ln>
          </a:left>
          <a:right>
            <a:ln w="12700" cap="flat">
              <a:solidFill>
                <a:schemeClr val="accent6">
                  <a:lumOff val="-31799"/>
                </a:schemeClr>
              </a:solidFill>
              <a:prstDash val="solid"/>
              <a:miter lim="400000"/>
            </a:ln>
          </a:right>
          <a:top>
            <a:ln w="12700" cap="flat">
              <a:solidFill>
                <a:schemeClr val="accent6">
                  <a:lumOff val="-31799"/>
                </a:schemeClr>
              </a:solidFill>
              <a:prstDash val="solid"/>
              <a:miter lim="400000"/>
            </a:ln>
          </a:top>
          <a:bottom>
            <a:ln w="12700" cap="flat">
              <a:solidFill>
                <a:schemeClr val="accent6">
                  <a:lumOff val="-31799"/>
                </a:schemeClr>
              </a:solidFill>
              <a:prstDash val="solid"/>
              <a:miter lim="400000"/>
            </a:ln>
          </a:bottom>
          <a:insideH>
            <a:ln w="12700" cap="flat">
              <a:solidFill>
                <a:schemeClr val="accent6">
                  <a:lumOff val="-31799"/>
                </a:schemeClr>
              </a:solidFill>
              <a:prstDash val="solid"/>
              <a:miter lim="400000"/>
            </a:ln>
          </a:insideH>
          <a:insideV>
            <a:ln w="12700" cap="flat">
              <a:solidFill>
                <a:schemeClr val="accent6">
                  <a:lumOff val="-31799"/>
                </a:schemeClr>
              </a:solidFill>
              <a:prstDash val="solid"/>
              <a:miter lim="400000"/>
            </a:ln>
          </a:insideV>
        </a:tcBdr>
        <a:fill>
          <a:noFill/>
        </a:fill>
      </a:tcStyle>
    </a:wholeTbl>
    <a:band2H>
      <a:tcTxStyle/>
      <a:tcStyle>
        <a:tcBdr/>
        <a:fill>
          <a:solidFill>
            <a:srgbClr val="E3E5E8"/>
          </a:solidFill>
        </a:fill>
      </a:tcStyle>
    </a:band2H>
    <a:firstCol>
      <a:tcTxStyle b="on" i="off">
        <a:fontRef idx="minor">
          <a:schemeClr val="accent6">
            <a:lumOff val="-31799"/>
          </a:schemeClr>
        </a:fontRef>
        <a:schemeClr val="accent6">
          <a:lumOff val="-31799"/>
        </a:schemeClr>
      </a:tcTxStyle>
      <a:tcStyle>
        <a:tcBdr>
          <a:left>
            <a:ln w="12700" cap="flat">
              <a:solidFill>
                <a:schemeClr val="accent6">
                  <a:lumOff val="-31799"/>
                </a:schemeClr>
              </a:solidFill>
              <a:prstDash val="solid"/>
              <a:miter lim="400000"/>
            </a:ln>
          </a:left>
          <a:right>
            <a:ln w="38100" cap="flat">
              <a:solidFill>
                <a:schemeClr val="accent6">
                  <a:lumOff val="-31799"/>
                </a:schemeClr>
              </a:solidFill>
              <a:prstDash val="solid"/>
              <a:miter lim="400000"/>
            </a:ln>
          </a:right>
          <a:top>
            <a:ln w="12700" cap="flat">
              <a:solidFill>
                <a:schemeClr val="accent6">
                  <a:lumOff val="-31799"/>
                </a:schemeClr>
              </a:solidFill>
              <a:prstDash val="solid"/>
              <a:miter lim="400000"/>
            </a:ln>
          </a:top>
          <a:bottom>
            <a:ln w="12700" cap="flat">
              <a:solidFill>
                <a:schemeClr val="accent6">
                  <a:lumOff val="-31799"/>
                </a:schemeClr>
              </a:solidFill>
              <a:prstDash val="solid"/>
              <a:miter lim="400000"/>
            </a:ln>
          </a:bottom>
          <a:insideH>
            <a:ln w="12700" cap="flat">
              <a:solidFill>
                <a:schemeClr val="accent6">
                  <a:lumOff val="-31799"/>
                </a:schemeClr>
              </a:solidFill>
              <a:prstDash val="solid"/>
              <a:miter lim="400000"/>
            </a:ln>
          </a:insideH>
          <a:insideV>
            <a:ln w="12700" cap="flat">
              <a:solidFill>
                <a:schemeClr val="accent6">
                  <a:lumOff val="-31799"/>
                </a:schemeClr>
              </a:solidFill>
              <a:prstDash val="solid"/>
              <a:miter lim="400000"/>
            </a:ln>
          </a:insideV>
        </a:tcBdr>
        <a:fill>
          <a:noFill/>
        </a:fill>
      </a:tcStyle>
    </a:firstCol>
    <a:lastRow>
      <a:tcTxStyle b="on" i="off">
        <a:fontRef idx="minor">
          <a:schemeClr val="accent6">
            <a:lumOff val="-31799"/>
          </a:schemeClr>
        </a:fontRef>
        <a:schemeClr val="accent6">
          <a:lumOff val="-31799"/>
        </a:schemeClr>
      </a:tcTxStyle>
      <a:tcStyle>
        <a:tcBdr>
          <a:left>
            <a:ln w="12700" cap="flat">
              <a:solidFill>
                <a:schemeClr val="accent6">
                  <a:lumOff val="-31799"/>
                </a:schemeClr>
              </a:solidFill>
              <a:prstDash val="solid"/>
              <a:miter lim="400000"/>
            </a:ln>
          </a:left>
          <a:right>
            <a:ln w="12700" cap="flat">
              <a:solidFill>
                <a:schemeClr val="accent6">
                  <a:lumOff val="-31799"/>
                </a:schemeClr>
              </a:solidFill>
              <a:prstDash val="solid"/>
              <a:miter lim="400000"/>
            </a:ln>
          </a:right>
          <a:top>
            <a:ln w="38100" cap="flat">
              <a:solidFill>
                <a:schemeClr val="accent6">
                  <a:lumOff val="-31799"/>
                </a:schemeClr>
              </a:solidFill>
              <a:prstDash val="solid"/>
              <a:miter lim="400000"/>
            </a:ln>
          </a:top>
          <a:bottom>
            <a:ln w="12700" cap="flat">
              <a:solidFill>
                <a:schemeClr val="accent6">
                  <a:lumOff val="-31799"/>
                </a:schemeClr>
              </a:solidFill>
              <a:prstDash val="solid"/>
              <a:miter lim="400000"/>
            </a:ln>
          </a:bottom>
          <a:insideH>
            <a:ln w="12700" cap="flat">
              <a:solidFill>
                <a:schemeClr val="accent6">
                  <a:lumOff val="-31799"/>
                </a:schemeClr>
              </a:solidFill>
              <a:prstDash val="solid"/>
              <a:miter lim="400000"/>
            </a:ln>
          </a:insideH>
          <a:insideV>
            <a:ln w="12700" cap="flat">
              <a:solidFill>
                <a:schemeClr val="accent6">
                  <a:lumOff val="-31799"/>
                </a:schemeClr>
              </a:solidFill>
              <a:prstDash val="solid"/>
              <a:miter lim="400000"/>
            </a:ln>
          </a:insideV>
        </a:tcBdr>
        <a:fill>
          <a:noFill/>
        </a:fill>
      </a:tcStyle>
    </a:lastRow>
    <a:firstRow>
      <a:tcTxStyle b="on" i="off">
        <a:fontRef idx="minor">
          <a:schemeClr val="accent6">
            <a:lumOff val="-31799"/>
          </a:schemeClr>
        </a:fontRef>
        <a:schemeClr val="accent6">
          <a:lumOff val="-31799"/>
        </a:schemeClr>
      </a:tcTxStyle>
      <a:tcStyle>
        <a:tcBdr>
          <a:left>
            <a:ln w="12700" cap="flat">
              <a:solidFill>
                <a:schemeClr val="accent6">
                  <a:lumOff val="-31799"/>
                </a:schemeClr>
              </a:solidFill>
              <a:prstDash val="solid"/>
              <a:miter lim="400000"/>
            </a:ln>
          </a:left>
          <a:right>
            <a:ln w="12700" cap="flat">
              <a:solidFill>
                <a:schemeClr val="accent6">
                  <a:lumOff val="-31799"/>
                </a:schemeClr>
              </a:solidFill>
              <a:prstDash val="solid"/>
              <a:miter lim="400000"/>
            </a:ln>
          </a:right>
          <a:top>
            <a:ln w="12700" cap="flat">
              <a:solidFill>
                <a:schemeClr val="accent6">
                  <a:lumOff val="-31799"/>
                </a:schemeClr>
              </a:solidFill>
              <a:prstDash val="solid"/>
              <a:miter lim="400000"/>
            </a:ln>
          </a:top>
          <a:bottom>
            <a:ln w="38100" cap="flat">
              <a:solidFill>
                <a:schemeClr val="accent6">
                  <a:lumOff val="-31799"/>
                </a:schemeClr>
              </a:solidFill>
              <a:prstDash val="solid"/>
              <a:miter lim="400000"/>
            </a:ln>
          </a:bottom>
          <a:insideH>
            <a:ln w="12700" cap="flat">
              <a:solidFill>
                <a:schemeClr val="accent6">
                  <a:lumOff val="-31799"/>
                </a:schemeClr>
              </a:solidFill>
              <a:prstDash val="solid"/>
              <a:miter lim="400000"/>
            </a:ln>
          </a:insideH>
          <a:insideV>
            <a:ln w="12700" cap="flat">
              <a:solidFill>
                <a:schemeClr val="accent6">
                  <a:lumOff val="-31799"/>
                </a:schemeClr>
              </a:solidFill>
              <a:prstDash val="solid"/>
              <a:miter lim="400000"/>
            </a:ln>
          </a:insideV>
        </a:tcBdr>
        <a:fill>
          <a:noFill/>
        </a:fill>
      </a:tcStyle>
    </a:firstRow>
  </a:tblStyle>
  <a:tblStyle styleId="{C7B018BB-80A7-4F77-B60F-C8B233D01FF8}" styleName="">
    <a:tblBg/>
    <a:wholeTbl>
      <a:tcTxStyle b="off" i="off">
        <a:font>
          <a:latin typeface="PP Object Sans Regular"/>
          <a:ea typeface="PP Object Sans Regular"/>
          <a:cs typeface="PP Object Sans Regular"/>
        </a:font>
        <a:schemeClr val="accent6">
          <a:lumOff val="-31799"/>
        </a:schemeClr>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chemeClr val="accent6">
            <a:lumOff val="-31799"/>
          </a:schemeClr>
        </a:fontRef>
        <a:schemeClr val="accent6">
          <a:lumOff val="-31799"/>
        </a:schemeClr>
      </a:tcTxStyle>
      <a:tcStyle>
        <a:tcBdr>
          <a:left>
            <a:ln w="12700" cap="flat">
              <a:solidFill>
                <a:schemeClr val="accent6">
                  <a:lumOff val="-31799"/>
                </a:schemeClr>
              </a:solidFill>
              <a:prstDash val="solid"/>
              <a:miter lim="400000"/>
            </a:ln>
          </a:left>
          <a:right>
            <a:ln w="25400" cap="flat">
              <a:solidFill>
                <a:schemeClr val="accent6">
                  <a:lumOff val="-31799"/>
                </a:schemeClr>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PP Object Sans Regular"/>
          <a:ea typeface="PP Object Sans Regular"/>
          <a:cs typeface="PP Object Sans Regular"/>
        </a:font>
        <a:schemeClr val="accent6">
          <a:lumOff val="-31799"/>
        </a:schemeClr>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chemeClr val="accent6">
                  <a:lumOff val="-31799"/>
                </a:schemeClr>
              </a:solidFill>
              <a:prstDash val="solid"/>
              <a:miter lim="400000"/>
            </a:ln>
          </a:top>
          <a:bottom>
            <a:ln w="12700" cap="flat">
              <a:solidFill>
                <a:schemeClr val="accent6">
                  <a:lumOff val="-31799"/>
                </a:schemeClr>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chemeClr val="accent6">
            <a:lumOff val="-31799"/>
          </a:schemeClr>
        </a:fontRef>
        <a:schemeClr val="accent6">
          <a:lumOff val="-31799"/>
        </a:schemeClr>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chemeClr val="accent6">
                  <a:lumOff val="-31799"/>
                </a:schemeClr>
              </a:solidFill>
              <a:prstDash val="solid"/>
              <a:miter lim="400000"/>
            </a:ln>
          </a:top>
          <a:bottom>
            <a:ln w="12700" cap="flat">
              <a:solidFill>
                <a:schemeClr val="accent6">
                  <a:lumOff val="-31799"/>
                </a:schemeClr>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rgbClr val="56C1FF"/>
          </a:solidFill>
        </a:fill>
      </a:tcStyle>
    </a:firstRow>
  </a:tblStyle>
  <a:tblStyle styleId="{EEE7283C-3CF3-47DC-8721-378D4A62B228}" styleName="">
    <a:tblBg/>
    <a:wholeTbl>
      <a:tcTxStyle b="off" i="off">
        <a:font>
          <a:latin typeface="PP Object Sans Regular"/>
          <a:ea typeface="PP Object Sans Regular"/>
          <a:cs typeface="PP Object Sans Regular"/>
        </a:font>
        <a:schemeClr val="accent6">
          <a:lumOff val="-31799"/>
        </a:schemeClr>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n" i="off">
        <a:fontRef idx="minor">
          <a:schemeClr val="accent6">
            <a:lumOff val="-31799"/>
          </a:schemeClr>
        </a:fontRef>
        <a:schemeClr val="accent6">
          <a:lumOff val="-31799"/>
        </a:schemeClr>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PP Object Sans Regular"/>
          <a:ea typeface="PP Object Sans Regular"/>
          <a:cs typeface="PP Object Sans Regular"/>
        </a:font>
        <a:schemeClr val="accent6">
          <a:lumOff val="-31799"/>
        </a:schemeClr>
      </a:tcTxStyle>
      <a:tcStyle>
        <a:tcBdr>
          <a:left>
            <a:ln w="12700" cap="flat">
              <a:solidFill>
                <a:schemeClr val="accent6">
                  <a:lumOff val="-31799"/>
                </a:schemeClr>
              </a:solidFill>
              <a:prstDash val="solid"/>
              <a:miter lim="400000"/>
            </a:ln>
          </a:left>
          <a:right>
            <a:ln w="12700" cap="flat">
              <a:solidFill>
                <a:schemeClr val="accent6">
                  <a:lumOff val="-31799"/>
                </a:schemeClr>
              </a:solidFill>
              <a:prstDash val="solid"/>
              <a:miter lim="400000"/>
            </a:ln>
          </a:right>
          <a:top>
            <a:ln w="38100" cap="flat">
              <a:solidFill>
                <a:srgbClr val="61D836"/>
              </a:solidFill>
              <a:prstDash val="solid"/>
              <a:miter lim="400000"/>
            </a:ln>
          </a:top>
          <a:bottom>
            <a:ln w="12700" cap="flat">
              <a:solidFill>
                <a:srgbClr val="4D4D4D"/>
              </a:solidFill>
              <a:prstDash val="solid"/>
              <a:miter lim="400000"/>
            </a:ln>
          </a:bottom>
          <a:insideH>
            <a:ln w="12700" cap="flat">
              <a:solidFill>
                <a:schemeClr val="accent6">
                  <a:lumOff val="-31799"/>
                </a:schemeClr>
              </a:solidFill>
              <a:prstDash val="solid"/>
              <a:miter lim="400000"/>
            </a:ln>
          </a:insideH>
          <a:insideV>
            <a:ln w="12700" cap="flat">
              <a:solidFill>
                <a:schemeClr val="accent6">
                  <a:lumOff val="-31799"/>
                </a:schemeClr>
              </a:solidFill>
              <a:prstDash val="solid"/>
              <a:miter lim="400000"/>
            </a:ln>
          </a:insideV>
        </a:tcBdr>
        <a:fill>
          <a:noFill/>
        </a:fill>
      </a:tcStyle>
    </a:lastRow>
    <a:firstRow>
      <a:tcTxStyle b="on" i="off">
        <a:fontRef idx="minor">
          <a:schemeClr val="accent6">
            <a:lumOff val="-31799"/>
          </a:schemeClr>
        </a:fontRef>
        <a:schemeClr val="accent6">
          <a:lumOff val="-31799"/>
        </a:schemeClr>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PP Object Sans Regular"/>
          <a:ea typeface="PP Object Sans Regular"/>
          <a:cs typeface="PP Object Sans Regular"/>
        </a:font>
        <a:schemeClr val="accent6">
          <a:lumOff val="-31799"/>
        </a:schemeClr>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rgbClr val="FFF056"/>
          </a:solidFill>
        </a:fill>
      </a:tcStyle>
    </a:band2H>
    <a:firstCol>
      <a:tcTxStyle b="on" i="off">
        <a:fontRef idx="minor">
          <a:schemeClr val="accent6">
            <a:lumOff val="-31799"/>
          </a:schemeClr>
        </a:fontRef>
        <a:schemeClr val="accent6">
          <a:lumOff val="-31799"/>
        </a:schemeClr>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n" i="off">
        <a:fontRef idx="minor">
          <a:schemeClr val="accent6">
            <a:lumOff val="-31799"/>
          </a:schemeClr>
        </a:fontRef>
        <a:schemeClr val="accent6">
          <a:lumOff val="-31799"/>
        </a:schemeClr>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Ref idx="minor">
          <a:schemeClr val="accent6">
            <a:lumOff val="-31799"/>
          </a:schemeClr>
        </a:fontRef>
        <a:schemeClr val="accent6">
          <a:lumOff val="-31799"/>
        </a:schemeClr>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PP Object Sans Regular"/>
          <a:ea typeface="PP Object Sans Regular"/>
          <a:cs typeface="PP Object Sans Regular"/>
        </a:font>
        <a:schemeClr val="accent6">
          <a:lumOff val="-31799"/>
        </a:schemeClr>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chemeClr val="accent6">
            <a:hueOff val="-3600000"/>
            <a:lumOff val="68200"/>
          </a:schemeClr>
        </a:fontRef>
        <a:schemeClr val="accent6">
          <a:hueOff val="-3600000"/>
          <a:lumOff val="68200"/>
        </a:schemeClr>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chemeClr val="accent6">
            <a:lumOff val="-31799"/>
          </a:schemeClr>
        </a:fontRef>
        <a:schemeClr val="accent6">
          <a:lumOff val="-31799"/>
        </a:schemeClr>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6">
              <a:hueOff val="-3600000"/>
              <a:lumOff val="68200"/>
            </a:schemeClr>
          </a:solidFill>
        </a:fill>
      </a:tcStyle>
    </a:lastRow>
    <a:firstRow>
      <a:tcTxStyle b="on" i="off">
        <a:fontRef idx="minor">
          <a:schemeClr val="accent6">
            <a:hueOff val="-3600000"/>
            <a:lumOff val="68200"/>
          </a:schemeClr>
        </a:fontRef>
        <a:schemeClr val="accent6">
          <a:hueOff val="-3600000"/>
          <a:lumOff val="68200"/>
        </a:schemeClr>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PP Object Sans Regular"/>
          <a:ea typeface="PP Object Sans Regular"/>
          <a:cs typeface="PP Object Sans Regular"/>
        </a:font>
        <a:schemeClr val="accent6">
          <a:lumOff val="-31799"/>
        </a:schemeClr>
      </a:tcTxStyle>
      <a:tcStyle>
        <a:tcBdr>
          <a:left>
            <a:ln w="12700" cap="flat">
              <a:solidFill>
                <a:schemeClr val="accent6">
                  <a:lumOff val="-31799"/>
                </a:schemeClr>
              </a:solidFill>
              <a:prstDash val="solid"/>
              <a:miter lim="400000"/>
            </a:ln>
          </a:left>
          <a:right>
            <a:ln w="12700" cap="flat">
              <a:solidFill>
                <a:schemeClr val="accent6">
                  <a:lumOff val="-31799"/>
                </a:schemeClr>
              </a:solidFill>
              <a:prstDash val="solid"/>
              <a:miter lim="400000"/>
            </a:ln>
          </a:right>
          <a:top>
            <a:ln w="12700" cap="flat">
              <a:solidFill>
                <a:schemeClr val="accent6">
                  <a:lumOff val="-31799"/>
                </a:schemeClr>
              </a:solidFill>
              <a:custDash>
                <a:ds d="200000" sp="200000"/>
              </a:custDash>
              <a:miter lim="400000"/>
            </a:ln>
          </a:top>
          <a:bottom>
            <a:ln w="12700" cap="flat">
              <a:solidFill>
                <a:schemeClr val="accent6">
                  <a:lumOff val="-31799"/>
                </a:schemeClr>
              </a:solidFill>
              <a:custDash>
                <a:ds d="200000" sp="200000"/>
              </a:custDash>
              <a:miter lim="400000"/>
            </a:ln>
          </a:bottom>
          <a:insideH>
            <a:ln w="12700" cap="flat">
              <a:solidFill>
                <a:schemeClr val="accent6">
                  <a:lumOff val="-31799"/>
                </a:schemeClr>
              </a:solidFill>
              <a:custDash>
                <a:ds d="200000" sp="200000"/>
              </a:custDash>
              <a:miter lim="400000"/>
            </a:ln>
          </a:insideH>
          <a:insideV>
            <a:ln w="12700" cap="flat">
              <a:solidFill>
                <a:schemeClr val="accent6">
                  <a:lumOff val="-31799"/>
                </a:schemeClr>
              </a:solidFill>
              <a:prstDash val="solid"/>
              <a:miter lim="400000"/>
            </a:ln>
          </a:insideV>
        </a:tcBdr>
        <a:fill>
          <a:noFill/>
        </a:fill>
      </a:tcStyle>
    </a:wholeTbl>
    <a:band2H>
      <a:tcTxStyle/>
      <a:tcStyle>
        <a:tcBdr/>
        <a:fill>
          <a:solidFill>
            <a:srgbClr val="EDEEEE"/>
          </a:solidFill>
        </a:fill>
      </a:tcStyle>
    </a:band2H>
    <a:firstCol>
      <a:tcTxStyle b="on" i="off">
        <a:fontRef idx="minor">
          <a:schemeClr val="accent6">
            <a:lumOff val="-31799"/>
          </a:schemeClr>
        </a:fontRef>
        <a:schemeClr val="accent6">
          <a:lumOff val="-31799"/>
        </a:schemeClr>
      </a:tcTxStyle>
      <a:tcStyle>
        <a:tcBdr>
          <a:left>
            <a:ln w="12700" cap="flat">
              <a:solidFill>
                <a:srgbClr val="6C6C6C"/>
              </a:solidFill>
              <a:prstDash val="solid"/>
              <a:miter lim="400000"/>
            </a:ln>
          </a:left>
          <a:right>
            <a:ln w="25400" cap="flat">
              <a:solidFill>
                <a:schemeClr val="accent6">
                  <a:lumOff val="-31799"/>
                </a:schemeClr>
              </a:solidFill>
              <a:prstDash val="solid"/>
              <a:miter lim="400000"/>
            </a:ln>
          </a:right>
          <a:top>
            <a:ln w="12700" cap="flat">
              <a:solidFill>
                <a:schemeClr val="accent6">
                  <a:lumOff val="-31799"/>
                </a:schemeClr>
              </a:solidFill>
              <a:custDash>
                <a:ds d="200000" sp="200000"/>
              </a:custDash>
              <a:miter lim="400000"/>
            </a:ln>
          </a:top>
          <a:bottom>
            <a:ln w="12700" cap="flat">
              <a:solidFill>
                <a:schemeClr val="accent6">
                  <a:lumOff val="-31799"/>
                </a:schemeClr>
              </a:solidFill>
              <a:custDash>
                <a:ds d="200000" sp="200000"/>
              </a:custDash>
              <a:miter lim="400000"/>
            </a:ln>
          </a:bottom>
          <a:insideH>
            <a:ln w="12700" cap="flat">
              <a:solidFill>
                <a:schemeClr val="accent6">
                  <a:lumOff val="-31799"/>
                </a:schemeClr>
              </a:solidFill>
              <a:custDash>
                <a:ds d="200000" sp="200000"/>
              </a:custDash>
              <a:miter lim="400000"/>
            </a:ln>
          </a:insideH>
          <a:insideV>
            <a:ln w="12700" cap="flat">
              <a:solidFill>
                <a:schemeClr val="accent6">
                  <a:lumOff val="-31799"/>
                </a:schemeClr>
              </a:solidFill>
              <a:prstDash val="solid"/>
              <a:miter lim="400000"/>
            </a:ln>
          </a:insideV>
        </a:tcBdr>
        <a:fill>
          <a:noFill/>
        </a:fill>
      </a:tcStyle>
    </a:firstCol>
    <a:lastRow>
      <a:tcTxStyle b="on" i="off">
        <a:fontRef idx="minor">
          <a:schemeClr val="accent6">
            <a:lumOff val="-31799"/>
          </a:schemeClr>
        </a:fontRef>
        <a:schemeClr val="accent6">
          <a:lumOff val="-31799"/>
        </a:schemeClr>
      </a:tcTxStyle>
      <a:tcStyle>
        <a:tcBdr>
          <a:left>
            <a:ln w="12700" cap="flat">
              <a:solidFill>
                <a:schemeClr val="accent6">
                  <a:lumOff val="-31799"/>
                </a:schemeClr>
              </a:solidFill>
              <a:prstDash val="solid"/>
              <a:miter lim="400000"/>
            </a:ln>
          </a:left>
          <a:right>
            <a:ln w="12700" cap="flat">
              <a:solidFill>
                <a:schemeClr val="accent6">
                  <a:lumOff val="-31799"/>
                </a:schemeClr>
              </a:solidFill>
              <a:prstDash val="solid"/>
              <a:miter lim="400000"/>
            </a:ln>
          </a:right>
          <a:top>
            <a:ln w="25400" cap="flat">
              <a:solidFill>
                <a:schemeClr val="accent6">
                  <a:lumOff val="-31799"/>
                </a:schemeClr>
              </a:solidFill>
              <a:prstDash val="solid"/>
              <a:miter lim="400000"/>
            </a:ln>
          </a:top>
          <a:bottom>
            <a:ln w="12700" cap="flat">
              <a:solidFill>
                <a:srgbClr val="6C6C6C"/>
              </a:solidFill>
              <a:prstDash val="solid"/>
              <a:miter lim="400000"/>
            </a:ln>
          </a:bottom>
          <a:insideH>
            <a:ln w="12700" cap="flat">
              <a:solidFill>
                <a:schemeClr val="accent6">
                  <a:lumOff val="-31799"/>
                </a:schemeClr>
              </a:solidFill>
              <a:custDash>
                <a:ds d="200000" sp="200000"/>
              </a:custDash>
              <a:miter lim="400000"/>
            </a:ln>
          </a:insideH>
          <a:insideV>
            <a:ln w="12700" cap="flat">
              <a:solidFill>
                <a:schemeClr val="accent6">
                  <a:lumOff val="-31799"/>
                </a:schemeClr>
              </a:solidFill>
              <a:prstDash val="solid"/>
              <a:miter lim="400000"/>
            </a:ln>
          </a:insideV>
        </a:tcBdr>
        <a:fill>
          <a:noFill/>
        </a:fill>
      </a:tcStyle>
    </a:lastRow>
    <a:firstRow>
      <a:tcTxStyle b="on" i="off">
        <a:fontRef idx="minor">
          <a:schemeClr val="accent6">
            <a:lumOff val="-31799"/>
          </a:schemeClr>
        </a:fontRef>
        <a:schemeClr val="accent6">
          <a:lumOff val="-31799"/>
        </a:schemeClr>
      </a:tcTxStyle>
      <a:tcStyle>
        <a:tcBdr>
          <a:left>
            <a:ln w="12700" cap="flat">
              <a:solidFill>
                <a:schemeClr val="accent6">
                  <a:lumOff val="-31799"/>
                </a:schemeClr>
              </a:solidFill>
              <a:prstDash val="solid"/>
              <a:miter lim="400000"/>
            </a:ln>
          </a:left>
          <a:right>
            <a:ln w="12700" cap="flat">
              <a:solidFill>
                <a:schemeClr val="accent6">
                  <a:lumOff val="-31799"/>
                </a:schemeClr>
              </a:solidFill>
              <a:prstDash val="solid"/>
              <a:miter lim="400000"/>
            </a:ln>
          </a:right>
          <a:top>
            <a:ln w="12700" cap="flat">
              <a:solidFill>
                <a:srgbClr val="6C6C6C"/>
              </a:solidFill>
              <a:prstDash val="solid"/>
              <a:miter lim="400000"/>
            </a:ln>
          </a:top>
          <a:bottom>
            <a:ln w="12700" cap="flat">
              <a:solidFill>
                <a:schemeClr val="accent6">
                  <a:lumOff val="-31799"/>
                </a:schemeClr>
              </a:solidFill>
              <a:prstDash val="solid"/>
              <a:miter lim="400000"/>
            </a:ln>
          </a:bottom>
          <a:insideH>
            <a:ln w="12700" cap="flat">
              <a:solidFill>
                <a:schemeClr val="accent6">
                  <a:lumOff val="-31799"/>
                </a:schemeClr>
              </a:solidFill>
              <a:prstDash val="solid"/>
              <a:miter lim="400000"/>
            </a:ln>
          </a:insideH>
          <a:insideV>
            <a:ln w="12700" cap="flat">
              <a:solidFill>
                <a:schemeClr val="accent6">
                  <a:lumOff val="-31799"/>
                </a:schemeClr>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66"/>
    <p:restoredTop sz="87721" autoAdjust="0"/>
  </p:normalViewPr>
  <p:slideViewPr>
    <p:cSldViewPr snapToGrid="0">
      <p:cViewPr varScale="1">
        <p:scale>
          <a:sx n="50" d="100"/>
          <a:sy n="50" d="100"/>
        </p:scale>
        <p:origin x="8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Verspan (Omnicom)" userId="S::stephen.verspan@omc.com::184f0373-ccbf-421a-9a9b-a27b4635f5f8" providerId="AD" clId="Web-{B5B4CCC3-051A-22B7-9E61-61E0DAD5C480}"/>
    <pc:docChg chg="addSld delSld modSld">
      <pc:chgData name="Stephen Verspan (Omnicom)" userId="S::stephen.verspan@omc.com::184f0373-ccbf-421a-9a9b-a27b4635f5f8" providerId="AD" clId="Web-{B5B4CCC3-051A-22B7-9E61-61E0DAD5C480}" dt="2026-02-26T13:29:02.383" v="122" actId="20577"/>
      <pc:docMkLst>
        <pc:docMk/>
      </pc:docMkLst>
      <pc:sldChg chg="modSp">
        <pc:chgData name="Stephen Verspan (Omnicom)" userId="S::stephen.verspan@omc.com::184f0373-ccbf-421a-9a9b-a27b4635f5f8" providerId="AD" clId="Web-{B5B4CCC3-051A-22B7-9E61-61E0DAD5C480}" dt="2026-02-26T13:24:36.375" v="83" actId="20577"/>
        <pc:sldMkLst>
          <pc:docMk/>
          <pc:sldMk cId="0" sldId="256"/>
        </pc:sldMkLst>
        <pc:spChg chg="mod">
          <ac:chgData name="Stephen Verspan (Omnicom)" userId="S::stephen.verspan@omc.com::184f0373-ccbf-421a-9a9b-a27b4635f5f8" providerId="AD" clId="Web-{B5B4CCC3-051A-22B7-9E61-61E0DAD5C480}" dt="2026-02-26T13:24:36.375" v="83" actId="20577"/>
          <ac:spMkLst>
            <pc:docMk/>
            <pc:sldMk cId="0" sldId="256"/>
            <ac:spMk id="488" creationId="{00000000-0000-0000-0000-000000000000}"/>
          </ac:spMkLst>
        </pc:spChg>
      </pc:sldChg>
      <pc:sldChg chg="modSp">
        <pc:chgData name="Stephen Verspan (Omnicom)" userId="S::stephen.verspan@omc.com::184f0373-ccbf-421a-9a9b-a27b4635f5f8" providerId="AD" clId="Web-{B5B4CCC3-051A-22B7-9E61-61E0DAD5C480}" dt="2026-02-26T13:22:26.338" v="1" actId="1076"/>
        <pc:sldMkLst>
          <pc:docMk/>
          <pc:sldMk cId="1315440753" sldId="277"/>
        </pc:sldMkLst>
        <pc:spChg chg="mod">
          <ac:chgData name="Stephen Verspan (Omnicom)" userId="S::stephen.verspan@omc.com::184f0373-ccbf-421a-9a9b-a27b4635f5f8" providerId="AD" clId="Web-{B5B4CCC3-051A-22B7-9E61-61E0DAD5C480}" dt="2026-02-26T13:22:26.338" v="1" actId="1076"/>
          <ac:spMkLst>
            <pc:docMk/>
            <pc:sldMk cId="1315440753" sldId="277"/>
            <ac:spMk id="3" creationId="{EC6848D0-06C1-3F23-0B5C-529C20A4BD82}"/>
          </ac:spMkLst>
        </pc:spChg>
      </pc:sldChg>
      <pc:sldChg chg="modSp">
        <pc:chgData name="Stephen Verspan (Omnicom)" userId="S::stephen.verspan@omc.com::184f0373-ccbf-421a-9a9b-a27b4635f5f8" providerId="AD" clId="Web-{B5B4CCC3-051A-22B7-9E61-61E0DAD5C480}" dt="2026-02-26T13:25:10.439" v="87" actId="20577"/>
        <pc:sldMkLst>
          <pc:docMk/>
          <pc:sldMk cId="1574410415" sldId="280"/>
        </pc:sldMkLst>
        <pc:spChg chg="mod">
          <ac:chgData name="Stephen Verspan (Omnicom)" userId="S::stephen.verspan@omc.com::184f0373-ccbf-421a-9a9b-a27b4635f5f8" providerId="AD" clId="Web-{B5B4CCC3-051A-22B7-9E61-61E0DAD5C480}" dt="2026-02-26T13:23:15.466" v="9" actId="1076"/>
          <ac:spMkLst>
            <pc:docMk/>
            <pc:sldMk cId="1574410415" sldId="280"/>
            <ac:spMk id="3" creationId="{89B7EAF6-A878-C405-E914-C589EF21C613}"/>
          </ac:spMkLst>
        </pc:spChg>
        <pc:spChg chg="mod">
          <ac:chgData name="Stephen Verspan (Omnicom)" userId="S::stephen.verspan@omc.com::184f0373-ccbf-421a-9a9b-a27b4635f5f8" providerId="AD" clId="Web-{B5B4CCC3-051A-22B7-9E61-61E0DAD5C480}" dt="2026-02-26T13:25:10.439" v="87" actId="20577"/>
          <ac:spMkLst>
            <pc:docMk/>
            <pc:sldMk cId="1574410415" sldId="280"/>
            <ac:spMk id="4" creationId="{B2A7CB76-6C74-F41E-E056-0719798673A8}"/>
          </ac:spMkLst>
        </pc:spChg>
      </pc:sldChg>
      <pc:sldChg chg="modSp del">
        <pc:chgData name="Stephen Verspan (Omnicom)" userId="S::stephen.verspan@omc.com::184f0373-ccbf-421a-9a9b-a27b4635f5f8" providerId="AD" clId="Web-{B5B4CCC3-051A-22B7-9E61-61E0DAD5C480}" dt="2026-02-26T13:27:33.506" v="106"/>
        <pc:sldMkLst>
          <pc:docMk/>
          <pc:sldMk cId="1835593606" sldId="281"/>
        </pc:sldMkLst>
        <pc:spChg chg="mod">
          <ac:chgData name="Stephen Verspan (Omnicom)" userId="S::stephen.verspan@omc.com::184f0373-ccbf-421a-9a9b-a27b4635f5f8" providerId="AD" clId="Web-{B5B4CCC3-051A-22B7-9E61-61E0DAD5C480}" dt="2026-02-26T13:23:33.185" v="15" actId="1076"/>
          <ac:spMkLst>
            <pc:docMk/>
            <pc:sldMk cId="1835593606" sldId="281"/>
            <ac:spMk id="3" creationId="{A1261BAA-1B0F-C28D-B804-E94B13988428}"/>
          </ac:spMkLst>
        </pc:spChg>
        <pc:spChg chg="mod">
          <ac:chgData name="Stephen Verspan (Omnicom)" userId="S::stephen.verspan@omc.com::184f0373-ccbf-421a-9a9b-a27b4635f5f8" providerId="AD" clId="Web-{B5B4CCC3-051A-22B7-9E61-61E0DAD5C480}" dt="2026-02-26T13:25:22.877" v="91" actId="20577"/>
          <ac:spMkLst>
            <pc:docMk/>
            <pc:sldMk cId="1835593606" sldId="281"/>
            <ac:spMk id="4" creationId="{7BD754B0-A541-92C5-408E-A461E9AEFC0C}"/>
          </ac:spMkLst>
        </pc:spChg>
      </pc:sldChg>
      <pc:sldChg chg="modSp">
        <pc:chgData name="Stephen Verspan (Omnicom)" userId="S::stephen.verspan@omc.com::184f0373-ccbf-421a-9a9b-a27b4635f5f8" providerId="AD" clId="Web-{B5B4CCC3-051A-22B7-9E61-61E0DAD5C480}" dt="2026-02-26T13:26:26.816" v="99" actId="1076"/>
        <pc:sldMkLst>
          <pc:docMk/>
          <pc:sldMk cId="2763026066" sldId="286"/>
        </pc:sldMkLst>
        <pc:spChg chg="mod">
          <ac:chgData name="Stephen Verspan (Omnicom)" userId="S::stephen.verspan@omc.com::184f0373-ccbf-421a-9a9b-a27b4635f5f8" providerId="AD" clId="Web-{B5B4CCC3-051A-22B7-9E61-61E0DAD5C480}" dt="2026-02-26T13:26:26.816" v="99" actId="1076"/>
          <ac:spMkLst>
            <pc:docMk/>
            <pc:sldMk cId="2763026066" sldId="286"/>
            <ac:spMk id="3" creationId="{8A796DA4-593B-B084-19C3-F8A89EB511A2}"/>
          </ac:spMkLst>
        </pc:spChg>
      </pc:sldChg>
      <pc:sldChg chg="modSp del">
        <pc:chgData name="Stephen Verspan (Omnicom)" userId="S::stephen.verspan@omc.com::184f0373-ccbf-421a-9a9b-a27b4635f5f8" providerId="AD" clId="Web-{B5B4CCC3-051A-22B7-9E61-61E0DAD5C480}" dt="2026-02-26T13:28:28.257" v="120"/>
        <pc:sldMkLst>
          <pc:docMk/>
          <pc:sldMk cId="3605515441" sldId="295"/>
        </pc:sldMkLst>
        <pc:spChg chg="mod">
          <ac:chgData name="Stephen Verspan (Omnicom)" userId="S::stephen.verspan@omc.com::184f0373-ccbf-421a-9a9b-a27b4635f5f8" providerId="AD" clId="Web-{B5B4CCC3-051A-22B7-9E61-61E0DAD5C480}" dt="2026-02-26T13:24:05.937" v="27" actId="1076"/>
          <ac:spMkLst>
            <pc:docMk/>
            <pc:sldMk cId="3605515441" sldId="295"/>
            <ac:spMk id="3" creationId="{F3E65C54-9EC9-E6D7-C19B-F8DC80861BC5}"/>
          </ac:spMkLst>
        </pc:spChg>
        <pc:spChg chg="mod">
          <ac:chgData name="Stephen Verspan (Omnicom)" userId="S::stephen.verspan@omc.com::184f0373-ccbf-421a-9a9b-a27b4635f5f8" providerId="AD" clId="Web-{B5B4CCC3-051A-22B7-9E61-61E0DAD5C480}" dt="2026-02-26T13:25:54.878" v="98" actId="20577"/>
          <ac:spMkLst>
            <pc:docMk/>
            <pc:sldMk cId="3605515441" sldId="295"/>
            <ac:spMk id="4" creationId="{F64358E3-E204-A5B6-F2F7-D0F86F3AE7D2}"/>
          </ac:spMkLst>
        </pc:spChg>
      </pc:sldChg>
      <pc:sldChg chg="modSp del">
        <pc:chgData name="Stephen Verspan (Omnicom)" userId="S::stephen.verspan@omc.com::184f0373-ccbf-421a-9a9b-a27b4635f5f8" providerId="AD" clId="Web-{B5B4CCC3-051A-22B7-9E61-61E0DAD5C480}" dt="2026-02-26T13:28:11.147" v="114"/>
        <pc:sldMkLst>
          <pc:docMk/>
          <pc:sldMk cId="2940144056" sldId="299"/>
        </pc:sldMkLst>
        <pc:spChg chg="mod">
          <ac:chgData name="Stephen Verspan (Omnicom)" userId="S::stephen.verspan@omc.com::184f0373-ccbf-421a-9a9b-a27b4635f5f8" providerId="AD" clId="Web-{B5B4CCC3-051A-22B7-9E61-61E0DAD5C480}" dt="2026-02-26T13:23:49.530" v="21" actId="1076"/>
          <ac:spMkLst>
            <pc:docMk/>
            <pc:sldMk cId="2940144056" sldId="299"/>
            <ac:spMk id="3" creationId="{E8C58E29-09F1-B34F-E367-C444597C2245}"/>
          </ac:spMkLst>
        </pc:spChg>
        <pc:spChg chg="mod">
          <ac:chgData name="Stephen Verspan (Omnicom)" userId="S::stephen.verspan@omc.com::184f0373-ccbf-421a-9a9b-a27b4635f5f8" providerId="AD" clId="Web-{B5B4CCC3-051A-22B7-9E61-61E0DAD5C480}" dt="2026-02-26T13:25:40.956" v="95" actId="20577"/>
          <ac:spMkLst>
            <pc:docMk/>
            <pc:sldMk cId="2940144056" sldId="299"/>
            <ac:spMk id="4" creationId="{28F2B653-6D8B-3D58-B224-959961EB7047}"/>
          </ac:spMkLst>
        </pc:spChg>
      </pc:sldChg>
      <pc:sldChg chg="modSp add replId">
        <pc:chgData name="Stephen Verspan (Omnicom)" userId="S::stephen.verspan@omc.com::184f0373-ccbf-421a-9a9b-a27b4635f5f8" providerId="AD" clId="Web-{B5B4CCC3-051A-22B7-9E61-61E0DAD5C480}" dt="2026-02-26T13:27:31.959" v="105" actId="20577"/>
        <pc:sldMkLst>
          <pc:docMk/>
          <pc:sldMk cId="1634377021" sldId="300"/>
        </pc:sldMkLst>
        <pc:spChg chg="mod">
          <ac:chgData name="Stephen Verspan (Omnicom)" userId="S::stephen.verspan@omc.com::184f0373-ccbf-421a-9a9b-a27b4635f5f8" providerId="AD" clId="Web-{B5B4CCC3-051A-22B7-9E61-61E0DAD5C480}" dt="2026-02-26T13:27:31.959" v="105" actId="20577"/>
          <ac:spMkLst>
            <pc:docMk/>
            <pc:sldMk cId="1634377021" sldId="300"/>
            <ac:spMk id="2" creationId="{8BCA7A32-A5D0-3539-53BD-3E22B85AF21D}"/>
          </ac:spMkLst>
        </pc:spChg>
        <pc:spChg chg="mod">
          <ac:chgData name="Stephen Verspan (Omnicom)" userId="S::stephen.verspan@omc.com::184f0373-ccbf-421a-9a9b-a27b4635f5f8" providerId="AD" clId="Web-{B5B4CCC3-051A-22B7-9E61-61E0DAD5C480}" dt="2026-02-26T13:27:29.240" v="104" actId="20577"/>
          <ac:spMkLst>
            <pc:docMk/>
            <pc:sldMk cId="1634377021" sldId="300"/>
            <ac:spMk id="4" creationId="{4F9286CE-4660-34F1-AABE-D606CF19E44D}"/>
          </ac:spMkLst>
        </pc:spChg>
      </pc:sldChg>
      <pc:sldChg chg="add del replId">
        <pc:chgData name="Stephen Verspan (Omnicom)" userId="S::stephen.verspan@omc.com::184f0373-ccbf-421a-9a9b-a27b4635f5f8" providerId="AD" clId="Web-{B5B4CCC3-051A-22B7-9E61-61E0DAD5C480}" dt="2026-02-26T13:27:50.115" v="108"/>
        <pc:sldMkLst>
          <pc:docMk/>
          <pc:sldMk cId="1051440330" sldId="301"/>
        </pc:sldMkLst>
      </pc:sldChg>
      <pc:sldChg chg="modSp add replId">
        <pc:chgData name="Stephen Verspan (Omnicom)" userId="S::stephen.verspan@omc.com::184f0373-ccbf-421a-9a9b-a27b4635f5f8" providerId="AD" clId="Web-{B5B4CCC3-051A-22B7-9E61-61E0DAD5C480}" dt="2026-02-26T13:28:57.664" v="121" actId="20577"/>
        <pc:sldMkLst>
          <pc:docMk/>
          <pc:sldMk cId="1578641953" sldId="301"/>
        </pc:sldMkLst>
        <pc:spChg chg="mod">
          <ac:chgData name="Stephen Verspan (Omnicom)" userId="S::stephen.verspan@omc.com::184f0373-ccbf-421a-9a9b-a27b4635f5f8" providerId="AD" clId="Web-{B5B4CCC3-051A-22B7-9E61-61E0DAD5C480}" dt="2026-02-26T13:28:57.664" v="121" actId="20577"/>
          <ac:spMkLst>
            <pc:docMk/>
            <pc:sldMk cId="1578641953" sldId="301"/>
            <ac:spMk id="2" creationId="{26B25A52-F58B-88C1-73F3-D9EDA1C2435C}"/>
          </ac:spMkLst>
        </pc:spChg>
        <pc:spChg chg="mod">
          <ac:chgData name="Stephen Verspan (Omnicom)" userId="S::stephen.verspan@omc.com::184f0373-ccbf-421a-9a9b-a27b4635f5f8" providerId="AD" clId="Web-{B5B4CCC3-051A-22B7-9E61-61E0DAD5C480}" dt="2026-02-26T13:28:03.538" v="113" actId="20577"/>
          <ac:spMkLst>
            <pc:docMk/>
            <pc:sldMk cId="1578641953" sldId="301"/>
            <ac:spMk id="4" creationId="{89B7B414-0B18-1B7D-7832-D88842D47CA7}"/>
          </ac:spMkLst>
        </pc:spChg>
      </pc:sldChg>
      <pc:sldChg chg="modSp add replId">
        <pc:chgData name="Stephen Verspan (Omnicom)" userId="S::stephen.verspan@omc.com::184f0373-ccbf-421a-9a9b-a27b4635f5f8" providerId="AD" clId="Web-{B5B4CCC3-051A-22B7-9E61-61E0DAD5C480}" dt="2026-02-26T13:29:02.383" v="122" actId="20577"/>
        <pc:sldMkLst>
          <pc:docMk/>
          <pc:sldMk cId="1809417560" sldId="302"/>
        </pc:sldMkLst>
        <pc:spChg chg="mod">
          <ac:chgData name="Stephen Verspan (Omnicom)" userId="S::stephen.verspan@omc.com::184f0373-ccbf-421a-9a9b-a27b4635f5f8" providerId="AD" clId="Web-{B5B4CCC3-051A-22B7-9E61-61E0DAD5C480}" dt="2026-02-26T13:29:02.383" v="122" actId="20577"/>
          <ac:spMkLst>
            <pc:docMk/>
            <pc:sldMk cId="1809417560" sldId="302"/>
            <ac:spMk id="2" creationId="{EB5A6A8A-0798-379E-C54D-6670C1F8115B}"/>
          </ac:spMkLst>
        </pc:spChg>
        <pc:spChg chg="mod">
          <ac:chgData name="Stephen Verspan (Omnicom)" userId="S::stephen.verspan@omc.com::184f0373-ccbf-421a-9a9b-a27b4635f5f8" providerId="AD" clId="Web-{B5B4CCC3-051A-22B7-9E61-61E0DAD5C480}" dt="2026-02-26T13:28:23.991" v="119" actId="20577"/>
          <ac:spMkLst>
            <pc:docMk/>
            <pc:sldMk cId="1809417560" sldId="302"/>
            <ac:spMk id="4" creationId="{82DC709F-C414-EF91-AABF-1EF9AEE1F0CA}"/>
          </ac:spMkLst>
        </pc:spChg>
      </pc:sldChg>
    </pc:docChg>
  </pc:docChgLst>
  <pc:docChgLst>
    <pc:chgData name="Alexis Friesen (Omnicom)" userId="S::alexis.friesen@omc.com::60c7932a-3555-41e0-885d-2efdef00c77c" providerId="AD" clId="Web-{6C0715FD-EC86-510F-D760-C2B45EE298E1}"/>
    <pc:docChg chg="modSld">
      <pc:chgData name="Alexis Friesen (Omnicom)" userId="S::alexis.friesen@omc.com::60c7932a-3555-41e0-885d-2efdef00c77c" providerId="AD" clId="Web-{6C0715FD-EC86-510F-D760-C2B45EE298E1}" dt="2026-02-09T22:30:29.099" v="19" actId="20577"/>
      <pc:docMkLst>
        <pc:docMk/>
      </pc:docMkLst>
    </pc:docChg>
  </pc:docChgLst>
  <pc:docChgLst>
    <pc:chgData name="Alexis Friesen (Omnicom)" userId="60c7932a-3555-41e0-885d-2efdef00c77c" providerId="ADAL" clId="{B5B5C0CF-96F1-55E9-8E3D-99ABEF656110}"/>
    <pc:docChg chg="undo custSel addSld delSld modSld sldOrd">
      <pc:chgData name="Alexis Friesen (Omnicom)" userId="60c7932a-3555-41e0-885d-2efdef00c77c" providerId="ADAL" clId="{B5B5C0CF-96F1-55E9-8E3D-99ABEF656110}" dt="2026-02-09T23:16:48.141" v="1080" actId="13926"/>
      <pc:docMkLst>
        <pc:docMk/>
      </pc:docMkLst>
      <pc:sldChg chg="modSp mod">
        <pc:chgData name="Alexis Friesen (Omnicom)" userId="60c7932a-3555-41e0-885d-2efdef00c77c" providerId="ADAL" clId="{B5B5C0CF-96F1-55E9-8E3D-99ABEF656110}" dt="2026-02-09T23:16:48.141" v="1080" actId="13926"/>
        <pc:sldMkLst>
          <pc:docMk/>
          <pc:sldMk cId="1315440753" sldId="277"/>
        </pc:sldMkLst>
        <pc:spChg chg="mod">
          <ac:chgData name="Alexis Friesen (Omnicom)" userId="60c7932a-3555-41e0-885d-2efdef00c77c" providerId="ADAL" clId="{B5B5C0CF-96F1-55E9-8E3D-99ABEF656110}" dt="2026-02-09T23:16:48.141" v="1080" actId="13926"/>
          <ac:spMkLst>
            <pc:docMk/>
            <pc:sldMk cId="1315440753" sldId="277"/>
            <ac:spMk id="3" creationId="{EC6848D0-06C1-3F23-0B5C-529C20A4BD82}"/>
          </ac:spMkLst>
        </pc:spChg>
      </pc:sldChg>
      <pc:sldChg chg="add ord">
        <pc:chgData name="Alexis Friesen (Omnicom)" userId="60c7932a-3555-41e0-885d-2efdef00c77c" providerId="ADAL" clId="{B5B5C0CF-96F1-55E9-8E3D-99ABEF656110}" dt="2026-02-09T23:05:14.698" v="525" actId="20578"/>
        <pc:sldMkLst>
          <pc:docMk/>
          <pc:sldMk cId="2940144056" sldId="299"/>
        </pc:sldMkLst>
      </pc:sldChg>
    </pc:docChg>
  </pc:docChgLst>
  <pc:docChgLst>
    <pc:chgData name="Alexis Friesen (Omnicom)" userId="S::alexis.friesen@omc.com::60c7932a-3555-41e0-885d-2efdef00c77c" providerId="AD" clId="Web-{C4F084B8-953A-9AB5-F313-43B852B6E58B}"/>
    <pc:docChg chg="delSld">
      <pc:chgData name="Alexis Friesen (Omnicom)" userId="S::alexis.friesen@omc.com::60c7932a-3555-41e0-885d-2efdef00c77c" providerId="AD" clId="Web-{C4F084B8-953A-9AB5-F313-43B852B6E58B}" dt="2026-02-09T23:23:24.308" v="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83" name="Shape 483"/>
          <p:cNvSpPr>
            <a:spLocks noGrp="1" noRot="1" noChangeAspect="1"/>
          </p:cNvSpPr>
          <p:nvPr>
            <p:ph type="sldImg"/>
          </p:nvPr>
        </p:nvSpPr>
        <p:spPr>
          <a:xfrm>
            <a:off x="1143000" y="685800"/>
            <a:ext cx="4572000" cy="3429000"/>
          </a:xfrm>
          <a:prstGeom prst="rect">
            <a:avLst/>
          </a:prstGeom>
        </p:spPr>
        <p:txBody>
          <a:bodyPr/>
          <a:lstStyle/>
          <a:p>
            <a:endParaRPr/>
          </a:p>
        </p:txBody>
      </p:sp>
      <p:sp>
        <p:nvSpPr>
          <p:cNvPr id="484" name="Shape 48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solidFill>
          <a:schemeClr val="accent6">
            <a:lumOff val="-31799"/>
          </a:schemeClr>
        </a:solidFill>
        <a:latin typeface="PP Object Sans Regular"/>
        <a:ea typeface="PP Object Sans Regular"/>
        <a:cs typeface="PP Object Sans Regular"/>
        <a:sym typeface="PP Object Sans Regular"/>
      </a:defRPr>
    </a:lvl1pPr>
    <a:lvl2pPr indent="228600" defTabSz="457200" latinLnBrk="0">
      <a:lnSpc>
        <a:spcPct val="117999"/>
      </a:lnSpc>
      <a:defRPr sz="2200">
        <a:solidFill>
          <a:schemeClr val="accent6">
            <a:lumOff val="-31799"/>
          </a:schemeClr>
        </a:solidFill>
        <a:latin typeface="PP Object Sans Regular"/>
        <a:ea typeface="PP Object Sans Regular"/>
        <a:cs typeface="PP Object Sans Regular"/>
        <a:sym typeface="PP Object Sans Regular"/>
      </a:defRPr>
    </a:lvl2pPr>
    <a:lvl3pPr indent="457200" defTabSz="457200" latinLnBrk="0">
      <a:lnSpc>
        <a:spcPct val="117999"/>
      </a:lnSpc>
      <a:defRPr sz="2200">
        <a:solidFill>
          <a:schemeClr val="accent6">
            <a:lumOff val="-31799"/>
          </a:schemeClr>
        </a:solidFill>
        <a:latin typeface="PP Object Sans Regular"/>
        <a:ea typeface="PP Object Sans Regular"/>
        <a:cs typeface="PP Object Sans Regular"/>
        <a:sym typeface="PP Object Sans Regular"/>
      </a:defRPr>
    </a:lvl3pPr>
    <a:lvl4pPr indent="685800" defTabSz="457200" latinLnBrk="0">
      <a:lnSpc>
        <a:spcPct val="117999"/>
      </a:lnSpc>
      <a:defRPr sz="2200">
        <a:solidFill>
          <a:schemeClr val="accent6">
            <a:lumOff val="-31799"/>
          </a:schemeClr>
        </a:solidFill>
        <a:latin typeface="PP Object Sans Regular"/>
        <a:ea typeface="PP Object Sans Regular"/>
        <a:cs typeface="PP Object Sans Regular"/>
        <a:sym typeface="PP Object Sans Regular"/>
      </a:defRPr>
    </a:lvl4pPr>
    <a:lvl5pPr indent="914400" defTabSz="457200" latinLnBrk="0">
      <a:lnSpc>
        <a:spcPct val="117999"/>
      </a:lnSpc>
      <a:defRPr sz="2200">
        <a:solidFill>
          <a:schemeClr val="accent6">
            <a:lumOff val="-31799"/>
          </a:schemeClr>
        </a:solidFill>
        <a:latin typeface="PP Object Sans Regular"/>
        <a:ea typeface="PP Object Sans Regular"/>
        <a:cs typeface="PP Object Sans Regular"/>
        <a:sym typeface="PP Object Sans Regular"/>
      </a:defRPr>
    </a:lvl5pPr>
    <a:lvl6pPr indent="1143000" defTabSz="457200" latinLnBrk="0">
      <a:lnSpc>
        <a:spcPct val="117999"/>
      </a:lnSpc>
      <a:defRPr sz="2200">
        <a:solidFill>
          <a:schemeClr val="accent6">
            <a:lumOff val="-31799"/>
          </a:schemeClr>
        </a:solidFill>
        <a:latin typeface="PP Object Sans Regular"/>
        <a:ea typeface="PP Object Sans Regular"/>
        <a:cs typeface="PP Object Sans Regular"/>
        <a:sym typeface="PP Object Sans Regular"/>
      </a:defRPr>
    </a:lvl6pPr>
    <a:lvl7pPr indent="1371600" defTabSz="457200" latinLnBrk="0">
      <a:lnSpc>
        <a:spcPct val="117999"/>
      </a:lnSpc>
      <a:defRPr sz="2200">
        <a:solidFill>
          <a:schemeClr val="accent6">
            <a:lumOff val="-31799"/>
          </a:schemeClr>
        </a:solidFill>
        <a:latin typeface="PP Object Sans Regular"/>
        <a:ea typeface="PP Object Sans Regular"/>
        <a:cs typeface="PP Object Sans Regular"/>
        <a:sym typeface="PP Object Sans Regular"/>
      </a:defRPr>
    </a:lvl7pPr>
    <a:lvl8pPr indent="1600200" defTabSz="457200" latinLnBrk="0">
      <a:lnSpc>
        <a:spcPct val="117999"/>
      </a:lnSpc>
      <a:defRPr sz="2200">
        <a:solidFill>
          <a:schemeClr val="accent6">
            <a:lumOff val="-31799"/>
          </a:schemeClr>
        </a:solidFill>
        <a:latin typeface="PP Object Sans Regular"/>
        <a:ea typeface="PP Object Sans Regular"/>
        <a:cs typeface="PP Object Sans Regular"/>
        <a:sym typeface="PP Object Sans Regular"/>
      </a:defRPr>
    </a:lvl8pPr>
    <a:lvl9pPr indent="1828800" defTabSz="457200" latinLnBrk="0">
      <a:lnSpc>
        <a:spcPct val="117999"/>
      </a:lnSpc>
      <a:defRPr sz="2200">
        <a:solidFill>
          <a:schemeClr val="accent6">
            <a:lumOff val="-31799"/>
          </a:schemeClr>
        </a:solidFill>
        <a:latin typeface="PP Object Sans Regular"/>
        <a:ea typeface="PP Object Sans Regular"/>
        <a:cs typeface="PP Object Sans Regular"/>
        <a:sym typeface="PP Object Sans Regular"/>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CO" b="1" dirty="0" err="1"/>
              <a:t>Background</a:t>
            </a:r>
            <a:r>
              <a:rPr lang="es-CO" b="1" dirty="0"/>
              <a:t>:</a:t>
            </a:r>
            <a:r>
              <a:rPr lang="es-CO" dirty="0"/>
              <a:t> </a:t>
            </a:r>
            <a:r>
              <a:rPr lang="es-CO" dirty="0" err="1"/>
              <a:t>Educational</a:t>
            </a:r>
            <a:r>
              <a:rPr lang="es-CO" dirty="0"/>
              <a:t> </a:t>
            </a:r>
            <a:r>
              <a:rPr lang="es-CO" dirty="0" err="1"/>
              <a:t>background</a:t>
            </a:r>
            <a:r>
              <a:rPr lang="es-CO" dirty="0"/>
              <a:t> in </a:t>
            </a:r>
            <a:r>
              <a:rPr lang="es-CO" dirty="0" err="1"/>
              <a:t>Biology</a:t>
            </a:r>
            <a:r>
              <a:rPr lang="es-CO" dirty="0"/>
              <a:t>.</a:t>
            </a:r>
          </a:p>
          <a:p>
            <a:r>
              <a:rPr lang="es-CO" b="1" dirty="0" err="1"/>
              <a:t>Perspective</a:t>
            </a:r>
            <a:r>
              <a:rPr lang="es-CO" b="1" dirty="0"/>
              <a:t>:</a:t>
            </a:r>
            <a:r>
              <a:rPr lang="es-CO" dirty="0"/>
              <a:t> "I </a:t>
            </a:r>
            <a:r>
              <a:rPr lang="es-CO" dirty="0" err="1"/>
              <a:t>treat</a:t>
            </a:r>
            <a:r>
              <a:rPr lang="es-CO" dirty="0"/>
              <a:t> data </a:t>
            </a:r>
            <a:r>
              <a:rPr lang="es-CO" dirty="0" err="1"/>
              <a:t>ecosystems</a:t>
            </a:r>
            <a:r>
              <a:rPr lang="es-CO" dirty="0"/>
              <a:t> </a:t>
            </a:r>
            <a:r>
              <a:rPr lang="es-CO" dirty="0" err="1"/>
              <a:t>like</a:t>
            </a:r>
            <a:r>
              <a:rPr lang="es-CO" dirty="0"/>
              <a:t> </a:t>
            </a:r>
            <a:r>
              <a:rPr lang="es-CO" dirty="0" err="1"/>
              <a:t>biological</a:t>
            </a:r>
            <a:r>
              <a:rPr lang="es-CO" dirty="0"/>
              <a:t> </a:t>
            </a:r>
            <a:r>
              <a:rPr lang="es-CO" dirty="0" err="1"/>
              <a:t>habitats</a:t>
            </a:r>
            <a:r>
              <a:rPr lang="es-CO" dirty="0"/>
              <a:t>—</a:t>
            </a:r>
            <a:r>
              <a:rPr lang="es-CO" dirty="0" err="1"/>
              <a:t>identifying</a:t>
            </a:r>
            <a:r>
              <a:rPr lang="es-CO" dirty="0"/>
              <a:t> '</a:t>
            </a:r>
            <a:r>
              <a:rPr lang="es-CO" dirty="0" err="1"/>
              <a:t>limiting</a:t>
            </a:r>
            <a:r>
              <a:rPr lang="es-CO" dirty="0"/>
              <a:t> </a:t>
            </a:r>
            <a:r>
              <a:rPr lang="es-CO" dirty="0" err="1"/>
              <a:t>nutrients</a:t>
            </a:r>
            <a:r>
              <a:rPr lang="es-CO" dirty="0"/>
              <a:t>' (</a:t>
            </a:r>
            <a:r>
              <a:rPr lang="es-CO" dirty="0" err="1"/>
              <a:t>bottlenecks</a:t>
            </a:r>
            <a:r>
              <a:rPr lang="es-CO" dirty="0"/>
              <a:t>) and '</a:t>
            </a:r>
            <a:r>
              <a:rPr lang="es-CO" dirty="0" err="1"/>
              <a:t>evolutionary</a:t>
            </a:r>
            <a:r>
              <a:rPr lang="es-CO" dirty="0"/>
              <a:t> </a:t>
            </a:r>
            <a:r>
              <a:rPr lang="es-CO" dirty="0" err="1"/>
              <a:t>shifts</a:t>
            </a:r>
            <a:r>
              <a:rPr lang="es-CO" dirty="0"/>
              <a:t>' (</a:t>
            </a:r>
            <a:r>
              <a:rPr lang="es-CO" dirty="0" err="1"/>
              <a:t>market</a:t>
            </a:r>
            <a:r>
              <a:rPr lang="es-CO" dirty="0"/>
              <a:t> </a:t>
            </a:r>
            <a:r>
              <a:rPr lang="es-CO" dirty="0" err="1"/>
              <a:t>trends</a:t>
            </a:r>
            <a:r>
              <a:rPr lang="es-CO" dirty="0"/>
              <a:t>)."</a:t>
            </a:r>
          </a:p>
          <a:p>
            <a:r>
              <a:rPr lang="es-CO" b="1" dirty="0" err="1"/>
              <a:t>Technical</a:t>
            </a:r>
            <a:r>
              <a:rPr lang="es-CO" b="1" dirty="0"/>
              <a:t> </a:t>
            </a:r>
            <a:r>
              <a:rPr lang="es-CO" b="1" dirty="0" err="1"/>
              <a:t>Stack</a:t>
            </a:r>
            <a:r>
              <a:rPr lang="es-CO" b="1" dirty="0"/>
              <a:t>:</a:t>
            </a:r>
            <a:r>
              <a:rPr lang="es-CO" dirty="0"/>
              <a:t> Python (Pandas, </a:t>
            </a:r>
            <a:r>
              <a:rPr lang="es-CO" dirty="0" err="1"/>
              <a:t>Scikit-Learn</a:t>
            </a:r>
            <a:r>
              <a:rPr lang="es-CO" dirty="0"/>
              <a:t>), SQL, </a:t>
            </a:r>
            <a:r>
              <a:rPr lang="es-CO" dirty="0" err="1"/>
              <a:t>Power</a:t>
            </a:r>
            <a:r>
              <a:rPr lang="es-CO" dirty="0"/>
              <a:t> BI/</a:t>
            </a:r>
            <a:r>
              <a:rPr lang="es-CO" dirty="0" err="1"/>
              <a:t>Tableau</a:t>
            </a:r>
            <a:endParaRPr lang="es-CO" dirty="0"/>
          </a:p>
          <a:p>
            <a:endParaRPr lang="es-CO" dirty="0"/>
          </a:p>
          <a:p>
            <a:r>
              <a:rPr lang="en-US" dirty="0"/>
              <a:t>I approach data science through the lens of my background in Biology. Just as we study how environmental variables affect the growth of a species, I look at how marketing channels and site UX affect the 'growth' of our lead generation. I focus on finding the 'Limiting Nutrients' in a funnel to unlock the full potential of a digital habitat.</a:t>
            </a:r>
            <a:endParaRPr lang="es-CO" dirty="0"/>
          </a:p>
        </p:txBody>
      </p:sp>
    </p:spTree>
    <p:extLst>
      <p:ext uri="{BB962C8B-B14F-4D97-AF65-F5344CB8AC3E}">
        <p14:creationId xmlns:p14="http://schemas.microsoft.com/office/powerpoint/2010/main" val="1245286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US" dirty="0"/>
              <a:t>"Before diving into insights, I performed a rigorous data audit. I discovered a temporal leak where 2024 records were mixed into the 2023 source; I quarantined these to ensure our YoY growth numbers are scientifically valid. Trust in the data is the foundation of every recommendation I’m about to make.</a:t>
            </a:r>
            <a:br>
              <a:rPr lang="en-US" dirty="0"/>
            </a:br>
            <a:br>
              <a:rPr lang="en-US" dirty="0"/>
            </a:br>
            <a:r>
              <a:rPr lang="en-US" dirty="0"/>
              <a:t>Excel file into 3 csv. For performance</a:t>
            </a:r>
            <a:br>
              <a:rPr lang="en-US" dirty="0"/>
            </a:br>
            <a:br>
              <a:rPr lang="en-US" dirty="0"/>
            </a:br>
            <a:r>
              <a:rPr lang="en-US" dirty="0"/>
              <a:t>Naming of the columns</a:t>
            </a:r>
            <a:br>
              <a:rPr lang="en-US" dirty="0"/>
            </a:br>
            <a:br>
              <a:rPr lang="en-US" dirty="0"/>
            </a:br>
            <a:r>
              <a:rPr lang="en-US" dirty="0"/>
              <a:t>Deleting Columns</a:t>
            </a:r>
            <a:br>
              <a:rPr lang="en-US" dirty="0"/>
            </a:br>
            <a:br>
              <a:rPr lang="en-US" dirty="0"/>
            </a:br>
            <a:r>
              <a:rPr lang="en-US" dirty="0"/>
              <a:t>Making sure both 2023 and 2024 have the same columns</a:t>
            </a:r>
            <a:br>
              <a:rPr lang="en-US" dirty="0"/>
            </a:br>
            <a:br>
              <a:rPr lang="en-US" dirty="0"/>
            </a:br>
            <a:r>
              <a:rPr lang="en-US" sz="2200" b="0" i="1" dirty="0">
                <a:solidFill>
                  <a:schemeClr val="accent6">
                    <a:lumOff val="-31799"/>
                  </a:schemeClr>
                </a:solidFill>
                <a:effectLst/>
                <a:latin typeface="PP Object Sans Regular"/>
                <a:ea typeface="PP Object Sans Regular"/>
                <a:cs typeface="PP Object Sans Regular"/>
                <a:sym typeface="PP Object Sans Regular"/>
              </a:rPr>
              <a:t>strip removes spaces at the beginning or end, lower for lowercase and replace is for spaces '_' into _</a:t>
            </a:r>
            <a:br>
              <a:rPr lang="en-US" sz="2200" b="0" i="1" dirty="0">
                <a:solidFill>
                  <a:schemeClr val="accent6">
                    <a:lumOff val="-31799"/>
                  </a:schemeClr>
                </a:solidFill>
                <a:effectLst/>
                <a:latin typeface="PP Object Sans Regular"/>
                <a:ea typeface="PP Object Sans Regular"/>
                <a:cs typeface="PP Object Sans Regular"/>
                <a:sym typeface="PP Object Sans Regular"/>
              </a:rPr>
            </a:br>
            <a:br>
              <a:rPr lang="en-US" sz="2200" b="0" i="1" dirty="0">
                <a:solidFill>
                  <a:schemeClr val="accent6">
                    <a:lumOff val="-31799"/>
                  </a:schemeClr>
                </a:solidFill>
                <a:effectLst/>
                <a:latin typeface="PP Object Sans Regular"/>
                <a:ea typeface="PP Object Sans Regular"/>
                <a:cs typeface="PP Object Sans Regular"/>
                <a:sym typeface="PP Object Sans Regular"/>
              </a:rPr>
            </a:br>
            <a:r>
              <a:rPr lang="en-US" sz="2200" b="0" i="1" dirty="0">
                <a:solidFill>
                  <a:schemeClr val="accent6">
                    <a:lumOff val="-31799"/>
                  </a:schemeClr>
                </a:solidFill>
                <a:effectLst/>
                <a:latin typeface="PP Object Sans Regular"/>
                <a:ea typeface="PP Object Sans Regular"/>
                <a:cs typeface="PP Object Sans Regular"/>
                <a:sym typeface="PP Object Sans Regular"/>
              </a:rPr>
              <a:t>#2023 uses '</a:t>
            </a:r>
            <a:r>
              <a:rPr lang="en-US" sz="2200" b="0" i="1" dirty="0" err="1">
                <a:solidFill>
                  <a:schemeClr val="accent6">
                    <a:lumOff val="-31799"/>
                  </a:schemeClr>
                </a:solidFill>
                <a:effectLst/>
                <a:latin typeface="PP Object Sans Regular"/>
                <a:ea typeface="PP Object Sans Regular"/>
                <a:cs typeface="PP Object Sans Regular"/>
                <a:sym typeface="PP Object Sans Regular"/>
              </a:rPr>
              <a:t>showrooms_visits</a:t>
            </a:r>
            <a:r>
              <a:rPr lang="en-US" sz="2200" b="0" i="1" dirty="0">
                <a:solidFill>
                  <a:schemeClr val="accent6">
                    <a:lumOff val="-31799"/>
                  </a:schemeClr>
                </a:solidFill>
                <a:effectLst/>
                <a:latin typeface="PP Object Sans Regular"/>
                <a:ea typeface="PP Object Sans Regular"/>
                <a:cs typeface="PP Object Sans Regular"/>
                <a:sym typeface="PP Object Sans Regular"/>
              </a:rPr>
              <a:t>' and 2024 uses '</a:t>
            </a:r>
            <a:r>
              <a:rPr lang="en-US" sz="2200" b="0" i="1" dirty="0" err="1">
                <a:solidFill>
                  <a:schemeClr val="accent6">
                    <a:lumOff val="-31799"/>
                  </a:schemeClr>
                </a:solidFill>
                <a:effectLst/>
                <a:latin typeface="PP Object Sans Regular"/>
                <a:ea typeface="PP Object Sans Regular"/>
                <a:cs typeface="PP Object Sans Regular"/>
                <a:sym typeface="PP Object Sans Regular"/>
              </a:rPr>
              <a:t>car_model_visits</a:t>
            </a:r>
            <a:r>
              <a:rPr lang="en-US" sz="2200" b="0" i="1" dirty="0">
                <a:solidFill>
                  <a:schemeClr val="accent6">
                    <a:lumOff val="-31799"/>
                  </a:schemeClr>
                </a:solidFill>
                <a:effectLst/>
                <a:latin typeface="PP Object Sans Regular"/>
                <a:ea typeface="PP Object Sans Regular"/>
                <a:cs typeface="PP Object Sans Regular"/>
                <a:sym typeface="PP Object Sans Regular"/>
              </a:rPr>
              <a:t>'</a:t>
            </a:r>
            <a:endParaRPr lang="en-US" sz="2200" b="0" dirty="0">
              <a:solidFill>
                <a:schemeClr val="accent6">
                  <a:lumOff val="-31799"/>
                </a:schemeClr>
              </a:solidFill>
              <a:effectLst/>
              <a:latin typeface="PP Object Sans Regular"/>
              <a:ea typeface="PP Object Sans Regular"/>
              <a:cs typeface="PP Object Sans Regular"/>
              <a:sym typeface="PP Object Sans Regular"/>
            </a:endParaRPr>
          </a:p>
          <a:p>
            <a:pPr marL="0" marR="0" lvl="0" indent="0" defTabSz="457200" eaLnBrk="1" fontAlgn="auto" latinLnBrk="0" hangingPunct="1">
              <a:lnSpc>
                <a:spcPct val="117999"/>
              </a:lnSpc>
              <a:spcBef>
                <a:spcPts val="0"/>
              </a:spcBef>
              <a:spcAft>
                <a:spcPts val="0"/>
              </a:spcAft>
              <a:buClrTx/>
              <a:buSzTx/>
              <a:buFontTx/>
              <a:buNone/>
              <a:tabLst/>
              <a:defRPr/>
            </a:pPr>
            <a:endParaRPr lang="en-US" sz="2200" b="0" dirty="0">
              <a:solidFill>
                <a:schemeClr val="accent6">
                  <a:lumOff val="-31799"/>
                </a:schemeClr>
              </a:solidFill>
              <a:effectLst/>
              <a:latin typeface="PP Object Sans Regular"/>
              <a:ea typeface="PP Object Sans Regular"/>
              <a:cs typeface="PP Object Sans Regular"/>
              <a:sym typeface="PP Object Sans Regular"/>
            </a:endParaRPr>
          </a:p>
          <a:p>
            <a:pPr marL="0" marR="0" lvl="0" indent="0" defTabSz="457200" eaLnBrk="1" fontAlgn="auto" latinLnBrk="0" hangingPunct="1">
              <a:lnSpc>
                <a:spcPct val="117999"/>
              </a:lnSpc>
              <a:spcBef>
                <a:spcPts val="0"/>
              </a:spcBef>
              <a:spcAft>
                <a:spcPts val="0"/>
              </a:spcAft>
              <a:buClrTx/>
              <a:buSzTx/>
              <a:buFontTx/>
              <a:buNone/>
              <a:tabLst/>
              <a:defRPr/>
            </a:pPr>
            <a:endParaRPr lang="en-US" sz="2200" b="0" dirty="0">
              <a:solidFill>
                <a:schemeClr val="accent6">
                  <a:lumOff val="-31799"/>
                </a:schemeClr>
              </a:solidFill>
              <a:effectLst/>
              <a:latin typeface="PP Object Sans Regular"/>
              <a:ea typeface="PP Object Sans Regular"/>
              <a:cs typeface="PP Object Sans Regular"/>
              <a:sym typeface="PP Object Sans Regular"/>
            </a:endParaRPr>
          </a:p>
          <a:p>
            <a:endParaRPr lang="es-CO" dirty="0"/>
          </a:p>
        </p:txBody>
      </p:sp>
    </p:spTree>
    <p:extLst>
      <p:ext uri="{BB962C8B-B14F-4D97-AF65-F5344CB8AC3E}">
        <p14:creationId xmlns:p14="http://schemas.microsoft.com/office/powerpoint/2010/main" val="2595669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n-US" dirty="0"/>
              <a:t>The “where”</a:t>
            </a:r>
            <a:endParaRPr lang="es-CO" dirty="0"/>
          </a:p>
        </p:txBody>
      </p:sp>
    </p:spTree>
    <p:extLst>
      <p:ext uri="{BB962C8B-B14F-4D97-AF65-F5344CB8AC3E}">
        <p14:creationId xmlns:p14="http://schemas.microsoft.com/office/powerpoint/2010/main" val="1536326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n-CA" sz="2400" b="1" baseline="0" dirty="0"/>
              <a:t>Growth:</a:t>
            </a:r>
            <a:r>
              <a:rPr lang="en-CA" sz="2400" baseline="0" dirty="0"/>
              <a:t> Total leads increased by </a:t>
            </a:r>
            <a:r>
              <a:rPr lang="en-CA" sz="2400" b="1" baseline="0" dirty="0"/>
              <a:t>96% YoY</a:t>
            </a:r>
            <a:endParaRPr lang="en-CA" sz="2400" baseline="0" dirty="0"/>
          </a:p>
          <a:p>
            <a:r>
              <a:rPr lang="en-CA" sz="2400" b="1" baseline="0" dirty="0"/>
              <a:t>Efficiency: </a:t>
            </a:r>
            <a:r>
              <a:rPr lang="en-CA" sz="2400" baseline="0" dirty="0"/>
              <a:t>BEV (Electric) lead efficiency has </a:t>
            </a:r>
            <a:r>
              <a:rPr lang="en-CA" sz="2400" b="1" baseline="0" dirty="0"/>
              <a:t>doubled</a:t>
            </a:r>
            <a:r>
              <a:rPr lang="en-CA" sz="2400" baseline="0" dirty="0"/>
              <a:t>, despite a slight contraction in traffic</a:t>
            </a:r>
          </a:p>
          <a:p>
            <a:r>
              <a:rPr lang="en-CA" sz="2400" b="1" baseline="0" dirty="0"/>
              <a:t>Target:</a:t>
            </a:r>
            <a:r>
              <a:rPr lang="en-CA" sz="2400" baseline="0" dirty="0"/>
              <a:t> Fix the “start-gate” friction in Model E to unlock 2025 growth</a:t>
            </a:r>
          </a:p>
          <a:p>
            <a:endParaRPr lang="en-US" sz="2200" b="0" dirty="0">
              <a:solidFill>
                <a:schemeClr val="accent6">
                  <a:lumOff val="-31799"/>
                </a:schemeClr>
              </a:solidFill>
              <a:effectLst/>
              <a:latin typeface="PP Object Sans Regular"/>
              <a:ea typeface="PP Object Sans Regular"/>
              <a:cs typeface="PP Object Sans Regular"/>
              <a:sym typeface="PP Object Sans Regular"/>
            </a:endParaRPr>
          </a:p>
          <a:p>
            <a:r>
              <a:rPr lang="en-US" sz="2200" b="0" i="1" dirty="0">
                <a:solidFill>
                  <a:schemeClr val="accent6">
                    <a:lumOff val="-31799"/>
                  </a:schemeClr>
                </a:solidFill>
                <a:effectLst/>
                <a:latin typeface="PP Object Sans Regular"/>
                <a:ea typeface="PP Object Sans Regular"/>
                <a:cs typeface="PP Object Sans Regular"/>
                <a:sym typeface="PP Object Sans Regular"/>
              </a:rPr>
              <a:t># Calculate YoY Growth %</a:t>
            </a:r>
            <a:endParaRPr lang="en-US" sz="2200" b="0" dirty="0">
              <a:solidFill>
                <a:schemeClr val="accent6">
                  <a:lumOff val="-31799"/>
                </a:schemeClr>
              </a:solidFill>
              <a:effectLst/>
              <a:latin typeface="PP Object Sans Regular"/>
              <a:ea typeface="PP Object Sans Regular"/>
              <a:cs typeface="PP Object Sans Regular"/>
              <a:sym typeface="PP Object Sans Regular"/>
            </a:endParaRPr>
          </a:p>
          <a:p>
            <a:r>
              <a:rPr lang="en-US" sz="2200" b="0" i="1" dirty="0">
                <a:solidFill>
                  <a:schemeClr val="accent6">
                    <a:lumOff val="-31799"/>
                  </a:schemeClr>
                </a:solidFill>
                <a:effectLst/>
                <a:latin typeface="PP Object Sans Regular"/>
                <a:ea typeface="PP Object Sans Regular"/>
                <a:cs typeface="PP Object Sans Regular"/>
                <a:sym typeface="PP Object Sans Regular"/>
              </a:rPr>
              <a:t># Formula: ((2024 - 2023) / 2023) * 100</a:t>
            </a:r>
            <a:endParaRPr lang="en-US" sz="2200" b="0" dirty="0">
              <a:solidFill>
                <a:schemeClr val="accent6">
                  <a:lumOff val="-31799"/>
                </a:schemeClr>
              </a:solidFill>
              <a:effectLst/>
              <a:latin typeface="PP Object Sans Regular"/>
              <a:ea typeface="PP Object Sans Regular"/>
              <a:cs typeface="PP Object Sans Regular"/>
              <a:sym typeface="PP Object Sans Regular"/>
            </a:endParaRPr>
          </a:p>
          <a:p>
            <a:br>
              <a:rPr lang="es-CO" dirty="0"/>
            </a:br>
            <a:r>
              <a:rPr lang="en-US" dirty="0"/>
              <a:t>I refined my YoY analysis to compare </a:t>
            </a:r>
            <a:r>
              <a:rPr lang="en-US" b="1" dirty="0"/>
              <a:t>Complete Configurations</a:t>
            </a:r>
            <a:r>
              <a:rPr lang="en-US" dirty="0"/>
              <a:t>—which my Random Forest model identified as our key lead driver—against final </a:t>
            </a:r>
            <a:r>
              <a:rPr lang="en-US" b="1" dirty="0"/>
              <a:t>Lead volume</a:t>
            </a:r>
            <a:r>
              <a:rPr lang="en-US" dirty="0"/>
              <a:t>.</a:t>
            </a:r>
          </a:p>
          <a:p>
            <a:r>
              <a:rPr lang="en-US" dirty="0"/>
              <a:t>The results reveal a fascinating </a:t>
            </a:r>
            <a:r>
              <a:rPr lang="en-US" b="1" dirty="0"/>
              <a:t>Efficiency Paradox in the BEV segment</a:t>
            </a:r>
            <a:r>
              <a:rPr lang="en-US" dirty="0"/>
              <a:t>: While total configurations dropped by 22%, our leads nearly doubled. This suggests a massive shift in </a:t>
            </a:r>
            <a:r>
              <a:rPr lang="en-US" b="1" dirty="0"/>
              <a:t>Audience Quality</a:t>
            </a:r>
            <a:r>
              <a:rPr lang="en-US" dirty="0"/>
              <a:t>. We are no longer seeing 'curiosity configurations'; we are seeing 'purchase configurations.'</a:t>
            </a:r>
          </a:p>
          <a:p>
            <a:r>
              <a:rPr lang="en-US" dirty="0"/>
              <a:t>Conversely, the ICE segment shows traditional volume-driven growth. This tells us we have two different strategies: we need to </a:t>
            </a:r>
            <a:r>
              <a:rPr lang="en-US" b="1" dirty="0"/>
              <a:t>maintain volume for ICE</a:t>
            </a:r>
            <a:r>
              <a:rPr lang="en-US" dirty="0"/>
              <a:t>, but we need to </a:t>
            </a:r>
            <a:r>
              <a:rPr lang="en-US" b="1" dirty="0"/>
              <a:t>optimize the entry-gate for BEV</a:t>
            </a:r>
            <a:r>
              <a:rPr lang="en-US" dirty="0"/>
              <a:t> to capture more of that high-intensity intent</a:t>
            </a:r>
            <a:br>
              <a:rPr lang="en-US" dirty="0"/>
            </a:br>
            <a:br>
              <a:rPr lang="en-US" dirty="0"/>
            </a:br>
            <a:r>
              <a:rPr lang="en-US" dirty="0"/>
              <a:t>Here we see a fascinating Efficiency Paradox. While Combustion (ICE) is growing through scale, our Electric (BEV) segment is growing through quality. BEV configurations actually dropped by 22%, yet leads grew by 94%. This suggests our electric audience has moved past the 'curiosity' phase and into a high-intent 'purchasing' phase.</a:t>
            </a:r>
          </a:p>
          <a:p>
            <a:endParaRPr lang="es-CO" dirty="0"/>
          </a:p>
        </p:txBody>
      </p:sp>
    </p:spTree>
    <p:extLst>
      <p:ext uri="{BB962C8B-B14F-4D97-AF65-F5344CB8AC3E}">
        <p14:creationId xmlns:p14="http://schemas.microsoft.com/office/powerpoint/2010/main" val="3434566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89050-0E76-6361-1850-E397A15CB6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59332A-8FB7-08CD-0BC8-ECB8F1507A4E}"/>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DD111234-E92E-CB1B-7E42-E12CC742AC07}"/>
              </a:ext>
            </a:extLst>
          </p:cNvPr>
          <p:cNvSpPr>
            <a:spLocks noGrp="1"/>
          </p:cNvSpPr>
          <p:nvPr>
            <p:ph type="body" idx="1"/>
          </p:nvPr>
        </p:nvSpPr>
        <p:spPr/>
        <p:txBody>
          <a:bodyPr/>
          <a:lstStyle/>
          <a:p>
            <a:r>
              <a:rPr lang="en-US" dirty="0"/>
              <a:t>Zooming into the individual models, we see that </a:t>
            </a:r>
            <a:r>
              <a:rPr lang="en-US" dirty="0" err="1"/>
              <a:t>Model_A</a:t>
            </a:r>
            <a:r>
              <a:rPr lang="en-US" dirty="0"/>
              <a:t> drives our volume, but </a:t>
            </a:r>
            <a:r>
              <a:rPr lang="en-US" dirty="0" err="1"/>
              <a:t>Model_E</a:t>
            </a:r>
            <a:r>
              <a:rPr lang="en-US" dirty="0"/>
              <a:t> is our efficiency champion. In biological terms, </a:t>
            </a:r>
            <a:r>
              <a:rPr lang="en-US" dirty="0" err="1"/>
              <a:t>Model_E</a:t>
            </a:r>
            <a:r>
              <a:rPr lang="en-US" dirty="0"/>
              <a:t> has a much higher 'Metabolic Efficiency.' My primary strategic recommendation is to scale traffic to these high-converting models to maximize our lead yield for every dollar spent.</a:t>
            </a:r>
            <a:endParaRPr lang="es-CO" dirty="0"/>
          </a:p>
        </p:txBody>
      </p:sp>
    </p:spTree>
    <p:extLst>
      <p:ext uri="{BB962C8B-B14F-4D97-AF65-F5344CB8AC3E}">
        <p14:creationId xmlns:p14="http://schemas.microsoft.com/office/powerpoint/2010/main" val="827979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54D77-1EA7-D5D1-270B-0FE47D9778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DDE9C8-9693-FB66-E265-4215A8ED4763}"/>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1A3832EC-7A88-6357-9FB6-0E4416DB6B48}"/>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038225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2CB67-6D04-2475-9319-93AB5AC0D1A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75EDC5A-AF06-D09B-F0AF-EB57B341BFEB}"/>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D5E69CDC-DFAB-29E5-893E-03E4F2E1E97A}"/>
              </a:ext>
            </a:extLst>
          </p:cNvPr>
          <p:cNvSpPr>
            <a:spLocks noGrp="1"/>
          </p:cNvSpPr>
          <p:nvPr>
            <p:ph type="body" idx="1"/>
          </p:nvPr>
        </p:nvSpPr>
        <p:spPr/>
        <p:txBody>
          <a:bodyPr/>
          <a:lstStyle/>
          <a:p>
            <a:r>
              <a:rPr lang="en-US" dirty="0"/>
              <a:t>To look forward, I implemented a Linear Regression model. Based on current momentum, we are on track for 54,000 leads in 2025. I also used a Random Forest model to rank 'Key Drivers,' confirming that 'Complete Configuration' is our strongest statistical predictor of a lead. This validates our focus on fixing the configurator funnel</a:t>
            </a:r>
            <a:endParaRPr lang="es-CO" dirty="0"/>
          </a:p>
        </p:txBody>
      </p:sp>
    </p:spTree>
    <p:extLst>
      <p:ext uri="{BB962C8B-B14F-4D97-AF65-F5344CB8AC3E}">
        <p14:creationId xmlns:p14="http://schemas.microsoft.com/office/powerpoint/2010/main" val="2312925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DDDD7-CFF6-FE87-3755-9486642A59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7CED6EE-AA5C-0780-054F-1A660E7BB0D0}"/>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EA0EF68F-6ADA-E865-5F44-6CFBC67E3687}"/>
              </a:ext>
            </a:extLst>
          </p:cNvPr>
          <p:cNvSpPr>
            <a:spLocks noGrp="1"/>
          </p:cNvSpPr>
          <p:nvPr>
            <p:ph type="body" idx="1"/>
          </p:nvPr>
        </p:nvSpPr>
        <p:spPr/>
        <p:txBody>
          <a:bodyPr/>
          <a:lstStyle/>
          <a:p>
            <a:r>
              <a:rPr lang="en-US" b="1" dirty="0"/>
              <a:t>Text:</a:t>
            </a:r>
            <a:r>
              <a:rPr lang="en-US" dirty="0"/>
              <a:t> "Turning Data into Decisions."</a:t>
            </a:r>
          </a:p>
          <a:p>
            <a:r>
              <a:rPr lang="en-US" b="1" dirty="0"/>
              <a:t>Summary:</a:t>
            </a:r>
            <a:r>
              <a:rPr lang="en-US" dirty="0"/>
              <a:t> fix the BEV funnel, scale the high-efficiency Model E, and align budget with weekday peak intent.</a:t>
            </a:r>
          </a:p>
          <a:p>
            <a:endParaRPr lang="en-US" sz="2200" b="0" dirty="0">
              <a:solidFill>
                <a:schemeClr val="accent6">
                  <a:lumOff val="-31799"/>
                </a:schemeClr>
              </a:solidFill>
              <a:effectLst/>
              <a:latin typeface="PP Object Sans Regular"/>
              <a:ea typeface="PP Object Sans Regular"/>
              <a:cs typeface="PP Object Sans Regular"/>
              <a:sym typeface="PP Object Sans Regular"/>
            </a:endParaRPr>
          </a:p>
          <a:p>
            <a:endParaRPr lang="es-CO" dirty="0"/>
          </a:p>
        </p:txBody>
      </p:sp>
    </p:spTree>
    <p:extLst>
      <p:ext uri="{BB962C8B-B14F-4D97-AF65-F5344CB8AC3E}">
        <p14:creationId xmlns:p14="http://schemas.microsoft.com/office/powerpoint/2010/main" val="2628717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F9E48-E5FE-B991-B002-DFAA13DA8E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7D3EEA-E9CE-B630-4CF9-F24DA5E60524}"/>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98A7FD16-AB12-88F4-79C0-25E44701449F}"/>
              </a:ext>
            </a:extLst>
          </p:cNvPr>
          <p:cNvSpPr>
            <a:spLocks noGrp="1"/>
          </p:cNvSpPr>
          <p:nvPr>
            <p:ph type="body" idx="1"/>
          </p:nvPr>
        </p:nvSpPr>
        <p:spPr/>
        <p:txBody>
          <a:bodyPr/>
          <a:lstStyle/>
          <a:p>
            <a:r>
              <a:rPr lang="en-CA" sz="2400" b="1" baseline="0" dirty="0"/>
              <a:t>Growth:</a:t>
            </a:r>
            <a:r>
              <a:rPr lang="en-CA" sz="2400" baseline="0" dirty="0"/>
              <a:t> Total leads increased by </a:t>
            </a:r>
            <a:r>
              <a:rPr lang="en-CA" sz="2400" b="1" baseline="0" dirty="0"/>
              <a:t>96% YoY</a:t>
            </a:r>
            <a:endParaRPr lang="en-CA" sz="2400" baseline="0" dirty="0"/>
          </a:p>
          <a:p>
            <a:r>
              <a:rPr lang="en-CA" sz="2400" b="1" baseline="0" dirty="0"/>
              <a:t>Efficiency: </a:t>
            </a:r>
            <a:r>
              <a:rPr lang="en-CA" sz="2400" baseline="0" dirty="0"/>
              <a:t>BEV (Electric) lead efficiency has </a:t>
            </a:r>
            <a:r>
              <a:rPr lang="en-CA" sz="2400" b="1" baseline="0" dirty="0"/>
              <a:t>doubled</a:t>
            </a:r>
            <a:r>
              <a:rPr lang="en-CA" sz="2400" baseline="0" dirty="0"/>
              <a:t>, despite a slight contraction in traffic</a:t>
            </a:r>
          </a:p>
          <a:p>
            <a:r>
              <a:rPr lang="en-CA" sz="2400" b="1" baseline="0" dirty="0"/>
              <a:t>Target:</a:t>
            </a:r>
            <a:r>
              <a:rPr lang="en-CA" sz="2400" baseline="0" dirty="0"/>
              <a:t> Fix the “start-gate” friction in Model E to unlock 2025 growth</a:t>
            </a:r>
          </a:p>
          <a:p>
            <a:endParaRPr lang="en-US" sz="2200" b="0" dirty="0">
              <a:solidFill>
                <a:schemeClr val="accent6">
                  <a:lumOff val="-31799"/>
                </a:schemeClr>
              </a:solidFill>
              <a:effectLst/>
              <a:latin typeface="PP Object Sans Regular"/>
              <a:ea typeface="PP Object Sans Regular"/>
              <a:cs typeface="PP Object Sans Regular"/>
              <a:sym typeface="PP Object Sans Regular"/>
            </a:endParaRPr>
          </a:p>
          <a:p>
            <a:r>
              <a:rPr lang="en-US" sz="2200" b="0" i="1" dirty="0">
                <a:solidFill>
                  <a:schemeClr val="accent6">
                    <a:lumOff val="-31799"/>
                  </a:schemeClr>
                </a:solidFill>
                <a:effectLst/>
                <a:latin typeface="PP Object Sans Regular"/>
                <a:ea typeface="PP Object Sans Regular"/>
                <a:cs typeface="PP Object Sans Regular"/>
                <a:sym typeface="PP Object Sans Regular"/>
              </a:rPr>
              <a:t># Calculate YoY Growth %</a:t>
            </a:r>
            <a:endParaRPr lang="en-US" sz="2200" b="0" dirty="0">
              <a:solidFill>
                <a:schemeClr val="accent6">
                  <a:lumOff val="-31799"/>
                </a:schemeClr>
              </a:solidFill>
              <a:effectLst/>
              <a:latin typeface="PP Object Sans Regular"/>
              <a:ea typeface="PP Object Sans Regular"/>
              <a:cs typeface="PP Object Sans Regular"/>
              <a:sym typeface="PP Object Sans Regular"/>
            </a:endParaRPr>
          </a:p>
          <a:p>
            <a:r>
              <a:rPr lang="en-US" sz="2200" b="0" i="1" dirty="0">
                <a:solidFill>
                  <a:schemeClr val="accent6">
                    <a:lumOff val="-31799"/>
                  </a:schemeClr>
                </a:solidFill>
                <a:effectLst/>
                <a:latin typeface="PP Object Sans Regular"/>
                <a:ea typeface="PP Object Sans Regular"/>
                <a:cs typeface="PP Object Sans Regular"/>
                <a:sym typeface="PP Object Sans Regular"/>
              </a:rPr>
              <a:t># Formula: ((2024 - 2023) / 2023) * 100</a:t>
            </a:r>
            <a:endParaRPr lang="en-US" sz="2200" b="0" dirty="0">
              <a:solidFill>
                <a:schemeClr val="accent6">
                  <a:lumOff val="-31799"/>
                </a:schemeClr>
              </a:solidFill>
              <a:effectLst/>
              <a:latin typeface="PP Object Sans Regular"/>
              <a:ea typeface="PP Object Sans Regular"/>
              <a:cs typeface="PP Object Sans Regular"/>
              <a:sym typeface="PP Object Sans Regular"/>
            </a:endParaRPr>
          </a:p>
          <a:p>
            <a:br>
              <a:rPr lang="es-CO" dirty="0"/>
            </a:br>
            <a:r>
              <a:rPr lang="en-US" dirty="0"/>
              <a:t>I refined my YoY analysis to compare </a:t>
            </a:r>
            <a:r>
              <a:rPr lang="en-US" b="1" dirty="0"/>
              <a:t>Complete Configurations</a:t>
            </a:r>
            <a:r>
              <a:rPr lang="en-US" dirty="0"/>
              <a:t>—which my Random Forest model identified as our key lead driver—against final </a:t>
            </a:r>
            <a:r>
              <a:rPr lang="en-US" b="1" dirty="0"/>
              <a:t>Lead volume</a:t>
            </a:r>
            <a:r>
              <a:rPr lang="en-US" dirty="0"/>
              <a:t>.</a:t>
            </a:r>
          </a:p>
          <a:p>
            <a:r>
              <a:rPr lang="en-US" dirty="0"/>
              <a:t>The results reveal a fascinating </a:t>
            </a:r>
            <a:r>
              <a:rPr lang="en-US" b="1" dirty="0"/>
              <a:t>Efficiency Paradox in the BEV segment</a:t>
            </a:r>
            <a:r>
              <a:rPr lang="en-US" dirty="0"/>
              <a:t>: While total configurations dropped by 22%, our leads nearly doubled. This suggests a massive shift in </a:t>
            </a:r>
            <a:r>
              <a:rPr lang="en-US" b="1" dirty="0"/>
              <a:t>Audience Quality</a:t>
            </a:r>
            <a:r>
              <a:rPr lang="en-US" dirty="0"/>
              <a:t>. We are no longer seeing 'curiosity configurations'; we are seeing 'purchase configurations.'</a:t>
            </a:r>
          </a:p>
          <a:p>
            <a:r>
              <a:rPr lang="en-US" dirty="0"/>
              <a:t>Conversely, the ICE segment shows traditional volume-driven growth. This tells us we have two different strategies: we need to </a:t>
            </a:r>
            <a:r>
              <a:rPr lang="en-US" b="1" dirty="0"/>
              <a:t>maintain volume for ICE</a:t>
            </a:r>
            <a:r>
              <a:rPr lang="en-US" dirty="0"/>
              <a:t>, but we need to </a:t>
            </a:r>
            <a:r>
              <a:rPr lang="en-US" b="1" dirty="0"/>
              <a:t>optimize the entry-gate for BEV</a:t>
            </a:r>
            <a:r>
              <a:rPr lang="en-US" dirty="0"/>
              <a:t> to capture more of that high-intensity intent</a:t>
            </a:r>
          </a:p>
          <a:p>
            <a:endParaRPr lang="es-CO" dirty="0"/>
          </a:p>
        </p:txBody>
      </p:sp>
    </p:spTree>
    <p:extLst>
      <p:ext uri="{BB962C8B-B14F-4D97-AF65-F5344CB8AC3E}">
        <p14:creationId xmlns:p14="http://schemas.microsoft.com/office/powerpoint/2010/main" val="3300624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Cover - Full Image">
    <p:spTree>
      <p:nvGrpSpPr>
        <p:cNvPr id="1" name=""/>
        <p:cNvGrpSpPr/>
        <p:nvPr/>
      </p:nvGrpSpPr>
      <p:grpSpPr>
        <a:xfrm>
          <a:off x="0" y="0"/>
          <a:ext cx="0" cy="0"/>
          <a:chOff x="0" y="0"/>
          <a:chExt cx="0" cy="0"/>
        </a:xfrm>
      </p:grpSpPr>
      <p:sp>
        <p:nvSpPr>
          <p:cNvPr id="14" name="GettyImages-1348117244.jpg"/>
          <p:cNvSpPr>
            <a:spLocks noGrp="1"/>
          </p:cNvSpPr>
          <p:nvPr>
            <p:ph type="pic" idx="21"/>
          </p:nvPr>
        </p:nvSpPr>
        <p:spPr>
          <a:xfrm>
            <a:off x="0" y="-4251832"/>
            <a:ext cx="24384000" cy="24384001"/>
          </a:xfrm>
          <a:prstGeom prst="rect">
            <a:avLst/>
          </a:prstGeom>
        </p:spPr>
        <p:txBody>
          <a:bodyPr lIns="91439" tIns="45719" rIns="91439" bIns="45719">
            <a:noAutofit/>
          </a:bodyPr>
          <a:lstStyle/>
          <a:p>
            <a:endParaRPr/>
          </a:p>
        </p:txBody>
      </p:sp>
      <p:sp>
        <p:nvSpPr>
          <p:cNvPr id="15" name="Month 2022"/>
          <p:cNvSpPr txBox="1">
            <a:spLocks noGrp="1"/>
          </p:cNvSpPr>
          <p:nvPr>
            <p:ph type="body" sz="quarter" idx="22"/>
          </p:nvPr>
        </p:nvSpPr>
        <p:spPr>
          <a:xfrm>
            <a:off x="1533016" y="12468696"/>
            <a:ext cx="1379272" cy="292101"/>
          </a:xfrm>
          <a:prstGeom prst="rect">
            <a:avLst/>
          </a:prstGeom>
        </p:spPr>
        <p:txBody>
          <a:bodyPr wrap="none" lIns="0" tIns="0" rIns="0" bIns="0" anchor="ctr">
            <a:spAutoFit/>
          </a:bodyPr>
          <a:lstStyle>
            <a:lvl1pPr marL="0" indent="0">
              <a:buSzTx/>
              <a:buNone/>
              <a:defRPr>
                <a:solidFill>
                  <a:schemeClr val="accent6">
                    <a:hueOff val="-3600000"/>
                    <a:lumOff val="68200"/>
                  </a:schemeClr>
                </a:solidFill>
              </a:defRPr>
            </a:lvl1pPr>
          </a:lstStyle>
          <a:p>
            <a:r>
              <a:t>Month 2022</a:t>
            </a:r>
          </a:p>
        </p:txBody>
      </p:sp>
      <p:sp>
        <p:nvSpPr>
          <p:cNvPr id="16" name="Album Title"/>
          <p:cNvSpPr txBox="1">
            <a:spLocks noGrp="1"/>
          </p:cNvSpPr>
          <p:nvPr>
            <p:ph type="body" sz="quarter" idx="23" hasCustomPrompt="1"/>
          </p:nvPr>
        </p:nvSpPr>
        <p:spPr>
          <a:xfrm>
            <a:off x="1524000" y="10156545"/>
            <a:ext cx="15877458" cy="2238997"/>
          </a:xfrm>
          <a:prstGeom prst="rect">
            <a:avLst/>
          </a:prstGeom>
        </p:spPr>
        <p:txBody>
          <a:bodyPr lIns="0" tIns="0" rIns="0" bIns="0">
            <a:noAutofit/>
          </a:bodyPr>
          <a:lstStyle>
            <a:lvl1pPr marL="0" indent="0">
              <a:lnSpc>
                <a:spcPct val="110000"/>
              </a:lnSpc>
              <a:buSzTx/>
              <a:buNone/>
              <a:defRPr sz="2600" spc="52">
                <a:solidFill>
                  <a:schemeClr val="accent6">
                    <a:hueOff val="-3600000"/>
                    <a:lumOff val="68200"/>
                  </a:schemeClr>
                </a:solidFill>
                <a:latin typeface="+mn-lt"/>
                <a:ea typeface="+mn-ea"/>
                <a:cs typeface="+mn-cs"/>
                <a:sym typeface="PP Object Sans Bold"/>
              </a:defRPr>
            </a:lvl1pPr>
          </a:lstStyle>
          <a:p>
            <a:r>
              <a:t>Title</a:t>
            </a:r>
          </a:p>
        </p:txBody>
      </p:sp>
      <p:sp>
        <p:nvSpPr>
          <p:cNvPr id="17" name="Band Name"/>
          <p:cNvSpPr txBox="1">
            <a:spLocks noGrp="1"/>
          </p:cNvSpPr>
          <p:nvPr>
            <p:ph type="body" sz="quarter" idx="24"/>
          </p:nvPr>
        </p:nvSpPr>
        <p:spPr>
          <a:xfrm>
            <a:off x="1524000" y="9651669"/>
            <a:ext cx="13161044" cy="380405"/>
          </a:xfrm>
          <a:prstGeom prst="rect">
            <a:avLst/>
          </a:prstGeom>
        </p:spPr>
        <p:txBody>
          <a:bodyPr lIns="0" tIns="0" rIns="0" bIns="0">
            <a:noAutofit/>
          </a:bodyPr>
          <a:lstStyle>
            <a:lvl1pPr marL="0" indent="0">
              <a:lnSpc>
                <a:spcPct val="110000"/>
              </a:lnSpc>
              <a:buSzTx/>
              <a:buNone/>
              <a:defRPr sz="2600" spc="52">
                <a:solidFill>
                  <a:schemeClr val="accent6">
                    <a:hueOff val="-3600000"/>
                    <a:lumOff val="68200"/>
                  </a:schemeClr>
                </a:solidFill>
              </a:defRPr>
            </a:lvl1pPr>
          </a:lstStyle>
          <a:p>
            <a:r>
              <a:t>Band Name</a:t>
            </a:r>
          </a:p>
        </p:txBody>
      </p:sp>
      <p:sp>
        <p:nvSpPr>
          <p:cNvPr id="1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Cover Rorange - Image Strip Small">
    <p:spTree>
      <p:nvGrpSpPr>
        <p:cNvPr id="1" name=""/>
        <p:cNvGrpSpPr/>
        <p:nvPr/>
      </p:nvGrpSpPr>
      <p:grpSpPr>
        <a:xfrm>
          <a:off x="0" y="0"/>
          <a:ext cx="0" cy="0"/>
          <a:chOff x="0" y="0"/>
          <a:chExt cx="0" cy="0"/>
        </a:xfrm>
      </p:grpSpPr>
      <p:pic>
        <p:nvPicPr>
          <p:cNvPr id="25" name="Image" descr="Image"/>
          <p:cNvPicPr>
            <a:picLocks noChangeAspect="1"/>
          </p:cNvPicPr>
          <p:nvPr/>
        </p:nvPicPr>
        <p:blipFill>
          <a:blip r:embed="rId2"/>
          <a:stretch>
            <a:fillRect/>
          </a:stretch>
        </p:blipFill>
        <p:spPr>
          <a:xfrm>
            <a:off x="1498279" y="4585611"/>
            <a:ext cx="2103624" cy="525372"/>
          </a:xfrm>
          <a:prstGeom prst="rect">
            <a:avLst/>
          </a:prstGeom>
          <a:ln w="12700">
            <a:miter lim="400000"/>
          </a:ln>
        </p:spPr>
      </p:pic>
      <p:sp>
        <p:nvSpPr>
          <p:cNvPr id="26" name="GettyImages-1348117244.jpg"/>
          <p:cNvSpPr>
            <a:spLocks noGrp="1"/>
          </p:cNvSpPr>
          <p:nvPr>
            <p:ph type="pic" idx="21"/>
          </p:nvPr>
        </p:nvSpPr>
        <p:spPr>
          <a:xfrm>
            <a:off x="0" y="7609651"/>
            <a:ext cx="24384001" cy="24384001"/>
          </a:xfrm>
          <a:prstGeom prst="rect">
            <a:avLst/>
          </a:prstGeom>
        </p:spPr>
        <p:txBody>
          <a:bodyPr lIns="91439" tIns="45719" rIns="91439" bIns="45719">
            <a:noAutofit/>
          </a:bodyPr>
          <a:lstStyle/>
          <a:p>
            <a:endParaRPr/>
          </a:p>
        </p:txBody>
      </p:sp>
      <p:sp>
        <p:nvSpPr>
          <p:cNvPr id="27" name="Month 2022"/>
          <p:cNvSpPr txBox="1">
            <a:spLocks noGrp="1"/>
          </p:cNvSpPr>
          <p:nvPr>
            <p:ph type="body" sz="quarter" idx="22"/>
          </p:nvPr>
        </p:nvSpPr>
        <p:spPr>
          <a:xfrm>
            <a:off x="1533016" y="12478305"/>
            <a:ext cx="1379272" cy="292101"/>
          </a:xfrm>
          <a:prstGeom prst="rect">
            <a:avLst/>
          </a:prstGeom>
        </p:spPr>
        <p:txBody>
          <a:bodyPr wrap="none" lIns="0" tIns="0" rIns="0" bIns="0" anchor="ctr">
            <a:spAutoFit/>
          </a:bodyPr>
          <a:lstStyle>
            <a:lvl1pPr marL="0" indent="0">
              <a:buSzTx/>
              <a:buNone/>
              <a:defRPr>
                <a:solidFill>
                  <a:schemeClr val="accent6">
                    <a:hueOff val="-3600000"/>
                    <a:lumOff val="68200"/>
                  </a:schemeClr>
                </a:solidFill>
              </a:defRPr>
            </a:lvl1pPr>
          </a:lstStyle>
          <a:p>
            <a:r>
              <a:t>Month 2022</a:t>
            </a:r>
          </a:p>
        </p:txBody>
      </p:sp>
      <p:pic>
        <p:nvPicPr>
          <p:cNvPr id="28" name="Image" descr="Image"/>
          <p:cNvPicPr>
            <a:picLocks noChangeAspect="1"/>
          </p:cNvPicPr>
          <p:nvPr/>
        </p:nvPicPr>
        <p:blipFill>
          <a:blip r:embed="rId3"/>
          <a:srcRect l="1456" r="6717"/>
          <a:stretch>
            <a:fillRect/>
          </a:stretch>
        </p:blipFill>
        <p:spPr>
          <a:xfrm>
            <a:off x="0" y="381000"/>
            <a:ext cx="24384000" cy="3383074"/>
          </a:xfrm>
          <a:prstGeom prst="rect">
            <a:avLst/>
          </a:prstGeom>
          <a:ln w="12700">
            <a:miter lim="400000"/>
          </a:ln>
        </p:spPr>
      </p:pic>
      <p:pic>
        <p:nvPicPr>
          <p:cNvPr id="29" name="Image" descr="Image"/>
          <p:cNvPicPr>
            <a:picLocks noChangeAspect="1"/>
          </p:cNvPicPr>
          <p:nvPr/>
        </p:nvPicPr>
        <p:blipFill>
          <a:blip r:embed="rId4"/>
          <a:srcRect/>
          <a:stretch>
            <a:fillRect/>
          </a:stretch>
        </p:blipFill>
        <p:spPr>
          <a:xfrm>
            <a:off x="20880770" y="4622800"/>
            <a:ext cx="1979345" cy="340621"/>
          </a:xfrm>
          <a:prstGeom prst="rect">
            <a:avLst/>
          </a:prstGeom>
          <a:ln w="12700">
            <a:miter lim="400000"/>
          </a:ln>
        </p:spPr>
      </p:pic>
      <p:pic>
        <p:nvPicPr>
          <p:cNvPr id="30" name="Image" descr="Image"/>
          <p:cNvPicPr>
            <a:picLocks noChangeAspect="1"/>
          </p:cNvPicPr>
          <p:nvPr/>
        </p:nvPicPr>
        <p:blipFill>
          <a:blip r:embed="rId5"/>
          <a:stretch>
            <a:fillRect/>
          </a:stretch>
        </p:blipFill>
        <p:spPr>
          <a:xfrm>
            <a:off x="1533016" y="4622800"/>
            <a:ext cx="1525667" cy="381029"/>
          </a:xfrm>
          <a:prstGeom prst="rect">
            <a:avLst/>
          </a:prstGeom>
          <a:ln w="12700">
            <a:miter lim="400000"/>
          </a:ln>
        </p:spPr>
      </p:pic>
      <p:sp>
        <p:nvSpPr>
          <p:cNvPr id="31" name="Album Title"/>
          <p:cNvSpPr txBox="1">
            <a:spLocks noGrp="1"/>
          </p:cNvSpPr>
          <p:nvPr>
            <p:ph type="body" sz="quarter" idx="23"/>
          </p:nvPr>
        </p:nvSpPr>
        <p:spPr>
          <a:xfrm>
            <a:off x="1524000" y="9653155"/>
            <a:ext cx="15877458" cy="2238998"/>
          </a:xfrm>
          <a:prstGeom prst="rect">
            <a:avLst/>
          </a:prstGeom>
        </p:spPr>
        <p:txBody>
          <a:bodyPr lIns="0" tIns="0" rIns="0" bIns="0">
            <a:noAutofit/>
          </a:bodyPr>
          <a:lstStyle>
            <a:lvl1pPr marL="0" indent="0">
              <a:lnSpc>
                <a:spcPct val="110000"/>
              </a:lnSpc>
              <a:buSzTx/>
              <a:buNone/>
              <a:defRPr sz="2600" spc="52">
                <a:solidFill>
                  <a:schemeClr val="accent1">
                    <a:lumOff val="6862"/>
                  </a:schemeClr>
                </a:solidFill>
                <a:latin typeface="+mn-lt"/>
                <a:ea typeface="+mn-ea"/>
                <a:cs typeface="+mn-cs"/>
                <a:sym typeface="PP Object Sans Bold"/>
              </a:defRPr>
            </a:lvl1pPr>
          </a:lstStyle>
          <a:p>
            <a:r>
              <a:t>Album Title</a:t>
            </a:r>
          </a:p>
        </p:txBody>
      </p:sp>
      <p:sp>
        <p:nvSpPr>
          <p:cNvPr id="32" name="Band Name"/>
          <p:cNvSpPr txBox="1">
            <a:spLocks noGrp="1"/>
          </p:cNvSpPr>
          <p:nvPr>
            <p:ph type="body" sz="quarter" idx="24"/>
          </p:nvPr>
        </p:nvSpPr>
        <p:spPr>
          <a:xfrm>
            <a:off x="1524000" y="9148280"/>
            <a:ext cx="13161044" cy="380405"/>
          </a:xfrm>
          <a:prstGeom prst="rect">
            <a:avLst/>
          </a:prstGeom>
        </p:spPr>
        <p:txBody>
          <a:bodyPr lIns="0" tIns="0" rIns="0" bIns="0">
            <a:noAutofit/>
          </a:bodyPr>
          <a:lstStyle>
            <a:lvl1pPr marL="0" indent="0">
              <a:lnSpc>
                <a:spcPct val="110000"/>
              </a:lnSpc>
              <a:buSzTx/>
              <a:buNone/>
              <a:defRPr sz="2600" spc="52">
                <a:solidFill>
                  <a:schemeClr val="accent1">
                    <a:lumOff val="6862"/>
                  </a:schemeClr>
                </a:solidFill>
              </a:defRPr>
            </a:lvl1pPr>
          </a:lstStyle>
          <a:p>
            <a:r>
              <a:t>Band Name</a:t>
            </a:r>
          </a:p>
        </p:txBody>
      </p:sp>
      <p:sp>
        <p:nvSpPr>
          <p:cNvPr id="3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Cover Rorange - Image Strip Big">
    <p:spTree>
      <p:nvGrpSpPr>
        <p:cNvPr id="1" name=""/>
        <p:cNvGrpSpPr/>
        <p:nvPr/>
      </p:nvGrpSpPr>
      <p:grpSpPr>
        <a:xfrm>
          <a:off x="0" y="0"/>
          <a:ext cx="0" cy="0"/>
          <a:chOff x="0" y="0"/>
          <a:chExt cx="0" cy="0"/>
        </a:xfrm>
      </p:grpSpPr>
      <p:pic>
        <p:nvPicPr>
          <p:cNvPr id="40" name="Image" descr="Image"/>
          <p:cNvPicPr>
            <a:picLocks noChangeAspect="1"/>
          </p:cNvPicPr>
          <p:nvPr/>
        </p:nvPicPr>
        <p:blipFill>
          <a:blip r:embed="rId2"/>
          <a:stretch>
            <a:fillRect/>
          </a:stretch>
        </p:blipFill>
        <p:spPr>
          <a:xfrm>
            <a:off x="20152456" y="4615331"/>
            <a:ext cx="2707530" cy="465933"/>
          </a:xfrm>
          <a:prstGeom prst="rect">
            <a:avLst/>
          </a:prstGeom>
          <a:ln w="12700">
            <a:miter lim="400000"/>
          </a:ln>
        </p:spPr>
      </p:pic>
      <p:pic>
        <p:nvPicPr>
          <p:cNvPr id="41" name="Image" descr="Image"/>
          <p:cNvPicPr>
            <a:picLocks noChangeAspect="1"/>
          </p:cNvPicPr>
          <p:nvPr/>
        </p:nvPicPr>
        <p:blipFill>
          <a:blip r:embed="rId3"/>
          <a:stretch>
            <a:fillRect/>
          </a:stretch>
        </p:blipFill>
        <p:spPr>
          <a:xfrm>
            <a:off x="1498279" y="4585611"/>
            <a:ext cx="2103624" cy="525372"/>
          </a:xfrm>
          <a:prstGeom prst="rect">
            <a:avLst/>
          </a:prstGeom>
          <a:ln w="12700">
            <a:miter lim="400000"/>
          </a:ln>
        </p:spPr>
      </p:pic>
      <p:sp>
        <p:nvSpPr>
          <p:cNvPr id="42" name="GettyImages-1348117244.jpg"/>
          <p:cNvSpPr>
            <a:spLocks noGrp="1"/>
          </p:cNvSpPr>
          <p:nvPr>
            <p:ph type="pic" idx="21"/>
          </p:nvPr>
        </p:nvSpPr>
        <p:spPr>
          <a:xfrm>
            <a:off x="0" y="2540444"/>
            <a:ext cx="24384000" cy="24384001"/>
          </a:xfrm>
          <a:prstGeom prst="rect">
            <a:avLst/>
          </a:prstGeom>
        </p:spPr>
        <p:txBody>
          <a:bodyPr lIns="91439" tIns="45719" rIns="91439" bIns="45719">
            <a:noAutofit/>
          </a:bodyPr>
          <a:lstStyle/>
          <a:p>
            <a:endParaRPr/>
          </a:p>
        </p:txBody>
      </p:sp>
      <p:sp>
        <p:nvSpPr>
          <p:cNvPr id="43" name="Month 2022"/>
          <p:cNvSpPr txBox="1">
            <a:spLocks noGrp="1"/>
          </p:cNvSpPr>
          <p:nvPr>
            <p:ph type="body" sz="quarter" idx="22"/>
          </p:nvPr>
        </p:nvSpPr>
        <p:spPr>
          <a:xfrm>
            <a:off x="1533016" y="12478305"/>
            <a:ext cx="1379272" cy="292101"/>
          </a:xfrm>
          <a:prstGeom prst="rect">
            <a:avLst/>
          </a:prstGeom>
        </p:spPr>
        <p:txBody>
          <a:bodyPr wrap="none" lIns="0" tIns="0" rIns="0" bIns="0" anchor="ctr">
            <a:spAutoFit/>
          </a:bodyPr>
          <a:lstStyle>
            <a:lvl1pPr marL="0" indent="0">
              <a:buSzTx/>
              <a:buNone/>
              <a:defRPr>
                <a:solidFill>
                  <a:schemeClr val="accent6">
                    <a:hueOff val="-3600000"/>
                    <a:lumOff val="68200"/>
                  </a:schemeClr>
                </a:solidFill>
              </a:defRPr>
            </a:lvl1pPr>
          </a:lstStyle>
          <a:p>
            <a:r>
              <a:t>Month 2022</a:t>
            </a:r>
          </a:p>
        </p:txBody>
      </p:sp>
      <p:pic>
        <p:nvPicPr>
          <p:cNvPr id="44" name="Image" descr="Image"/>
          <p:cNvPicPr>
            <a:picLocks noChangeAspect="1"/>
          </p:cNvPicPr>
          <p:nvPr/>
        </p:nvPicPr>
        <p:blipFill>
          <a:blip r:embed="rId4"/>
          <a:srcRect l="1456" r="6717"/>
          <a:stretch>
            <a:fillRect/>
          </a:stretch>
        </p:blipFill>
        <p:spPr>
          <a:xfrm>
            <a:off x="0" y="381000"/>
            <a:ext cx="24384000" cy="3383074"/>
          </a:xfrm>
          <a:prstGeom prst="rect">
            <a:avLst/>
          </a:prstGeom>
          <a:ln w="12700">
            <a:miter lim="400000"/>
          </a:ln>
        </p:spPr>
      </p:pic>
      <p:pic>
        <p:nvPicPr>
          <p:cNvPr id="45" name="Image" descr="Image"/>
          <p:cNvPicPr>
            <a:picLocks noChangeAspect="1"/>
          </p:cNvPicPr>
          <p:nvPr/>
        </p:nvPicPr>
        <p:blipFill>
          <a:blip r:embed="rId5"/>
          <a:srcRect/>
          <a:stretch>
            <a:fillRect/>
          </a:stretch>
        </p:blipFill>
        <p:spPr>
          <a:xfrm>
            <a:off x="20880770" y="4622800"/>
            <a:ext cx="1979345" cy="340621"/>
          </a:xfrm>
          <a:prstGeom prst="rect">
            <a:avLst/>
          </a:prstGeom>
          <a:ln w="12700">
            <a:miter lim="400000"/>
          </a:ln>
        </p:spPr>
      </p:pic>
      <p:pic>
        <p:nvPicPr>
          <p:cNvPr id="46" name="Image" descr="Image"/>
          <p:cNvPicPr>
            <a:picLocks noChangeAspect="1"/>
          </p:cNvPicPr>
          <p:nvPr/>
        </p:nvPicPr>
        <p:blipFill>
          <a:blip r:embed="rId6"/>
          <a:stretch>
            <a:fillRect/>
          </a:stretch>
        </p:blipFill>
        <p:spPr>
          <a:xfrm>
            <a:off x="1533016" y="4622800"/>
            <a:ext cx="1525667" cy="381029"/>
          </a:xfrm>
          <a:prstGeom prst="rect">
            <a:avLst/>
          </a:prstGeom>
          <a:ln w="12700">
            <a:miter lim="400000"/>
          </a:ln>
        </p:spPr>
      </p:pic>
      <p:sp>
        <p:nvSpPr>
          <p:cNvPr id="47" name="Album Title"/>
          <p:cNvSpPr txBox="1">
            <a:spLocks noGrp="1"/>
          </p:cNvSpPr>
          <p:nvPr>
            <p:ph type="body" sz="quarter" idx="23"/>
          </p:nvPr>
        </p:nvSpPr>
        <p:spPr>
          <a:xfrm>
            <a:off x="1524000" y="10156545"/>
            <a:ext cx="15877458" cy="2238997"/>
          </a:xfrm>
          <a:prstGeom prst="rect">
            <a:avLst/>
          </a:prstGeom>
        </p:spPr>
        <p:txBody>
          <a:bodyPr lIns="0" tIns="0" rIns="0" bIns="0">
            <a:noAutofit/>
          </a:bodyPr>
          <a:lstStyle>
            <a:lvl1pPr marL="0" indent="0">
              <a:lnSpc>
                <a:spcPct val="110000"/>
              </a:lnSpc>
              <a:buSzTx/>
              <a:buNone/>
              <a:defRPr sz="2600" spc="52">
                <a:solidFill>
                  <a:schemeClr val="accent6">
                    <a:hueOff val="-3600000"/>
                    <a:lumOff val="68200"/>
                  </a:schemeClr>
                </a:solidFill>
                <a:latin typeface="+mn-lt"/>
                <a:ea typeface="+mn-ea"/>
                <a:cs typeface="+mn-cs"/>
                <a:sym typeface="PP Object Sans Bold"/>
              </a:defRPr>
            </a:lvl1pPr>
          </a:lstStyle>
          <a:p>
            <a:r>
              <a:t>Album Title</a:t>
            </a:r>
          </a:p>
        </p:txBody>
      </p:sp>
      <p:sp>
        <p:nvSpPr>
          <p:cNvPr id="48" name="Band Name"/>
          <p:cNvSpPr txBox="1">
            <a:spLocks noGrp="1"/>
          </p:cNvSpPr>
          <p:nvPr>
            <p:ph type="body" sz="quarter" idx="24"/>
          </p:nvPr>
        </p:nvSpPr>
        <p:spPr>
          <a:xfrm>
            <a:off x="1524000" y="9651669"/>
            <a:ext cx="13161044" cy="380405"/>
          </a:xfrm>
          <a:prstGeom prst="rect">
            <a:avLst/>
          </a:prstGeom>
        </p:spPr>
        <p:txBody>
          <a:bodyPr lIns="0" tIns="0" rIns="0" bIns="0">
            <a:noAutofit/>
          </a:bodyPr>
          <a:lstStyle>
            <a:lvl1pPr marL="0" indent="0">
              <a:lnSpc>
                <a:spcPct val="110000"/>
              </a:lnSpc>
              <a:buSzTx/>
              <a:buNone/>
              <a:defRPr sz="2600" spc="52">
                <a:solidFill>
                  <a:schemeClr val="accent6">
                    <a:hueOff val="-3600000"/>
                    <a:lumOff val="68200"/>
                  </a:schemeClr>
                </a:solidFill>
              </a:defRPr>
            </a:lvl1pPr>
          </a:lstStyle>
          <a:p>
            <a:r>
              <a:t>Band Name</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Agenda - Image BG">
    <p:spTree>
      <p:nvGrpSpPr>
        <p:cNvPr id="1" name=""/>
        <p:cNvGrpSpPr/>
        <p:nvPr/>
      </p:nvGrpSpPr>
      <p:grpSpPr>
        <a:xfrm>
          <a:off x="0" y="0"/>
          <a:ext cx="0" cy="0"/>
          <a:chOff x="0" y="0"/>
          <a:chExt cx="0" cy="0"/>
        </a:xfrm>
      </p:grpSpPr>
      <p:sp>
        <p:nvSpPr>
          <p:cNvPr id="81" name="GettyImages-1348117244.jpg"/>
          <p:cNvSpPr>
            <a:spLocks noGrp="1"/>
          </p:cNvSpPr>
          <p:nvPr>
            <p:ph type="pic" idx="21"/>
          </p:nvPr>
        </p:nvSpPr>
        <p:spPr>
          <a:xfrm>
            <a:off x="0" y="-1666668"/>
            <a:ext cx="24384000" cy="24384001"/>
          </a:xfrm>
          <a:prstGeom prst="rect">
            <a:avLst/>
          </a:prstGeom>
        </p:spPr>
        <p:txBody>
          <a:bodyPr lIns="91439" tIns="45719" rIns="91439" bIns="45719">
            <a:noAutofit/>
          </a:bodyPr>
          <a:lstStyle/>
          <a:p>
            <a:endParaRPr/>
          </a:p>
        </p:txBody>
      </p:sp>
      <p:sp>
        <p:nvSpPr>
          <p:cNvPr id="82" name="THIS MEETING…"/>
          <p:cNvSpPr txBox="1">
            <a:spLocks noGrp="1"/>
          </p:cNvSpPr>
          <p:nvPr>
            <p:ph type="body" idx="22"/>
          </p:nvPr>
        </p:nvSpPr>
        <p:spPr>
          <a:xfrm>
            <a:off x="3744296" y="2537278"/>
            <a:ext cx="16895408" cy="8641444"/>
          </a:xfrm>
          <a:prstGeom prst="rect">
            <a:avLst/>
          </a:prstGeom>
        </p:spPr>
        <p:txBody>
          <a:bodyPr lIns="0" tIns="0" rIns="0" bIns="0" anchor="ctr">
            <a:noAutofit/>
          </a:bodyPr>
          <a:lstStyle/>
          <a:p>
            <a:pPr marL="0" indent="0" algn="ctr">
              <a:lnSpc>
                <a:spcPct val="90000"/>
              </a:lnSpc>
              <a:spcBef>
                <a:spcPts val="100"/>
              </a:spcBef>
              <a:buSzTx/>
              <a:buNone/>
              <a:defRPr sz="24000" cap="all" spc="-479">
                <a:solidFill>
                  <a:schemeClr val="accent5">
                    <a:hueOff val="-90000"/>
                    <a:satOff val="18128"/>
                    <a:lumOff val="3921"/>
                  </a:schemeClr>
                </a:solidFill>
                <a:latin typeface="+mj-lt"/>
                <a:ea typeface="+mj-ea"/>
                <a:cs typeface="+mj-cs"/>
                <a:sym typeface="Compacta Std"/>
              </a:defRPr>
            </a:pPr>
            <a:r>
              <a:t>THIS MEETING </a:t>
            </a:r>
          </a:p>
          <a:p>
            <a:pPr marL="0" indent="0" algn="ctr">
              <a:lnSpc>
                <a:spcPct val="90000"/>
              </a:lnSpc>
              <a:spcBef>
                <a:spcPts val="100"/>
              </a:spcBef>
              <a:buSzTx/>
              <a:buNone/>
              <a:defRPr sz="24000" cap="all" spc="-479">
                <a:solidFill>
                  <a:schemeClr val="accent5">
                    <a:hueOff val="-90000"/>
                    <a:satOff val="18128"/>
                    <a:lumOff val="3921"/>
                  </a:schemeClr>
                </a:solidFill>
                <a:latin typeface="+mj-lt"/>
                <a:ea typeface="+mj-ea"/>
                <a:cs typeface="+mj-cs"/>
                <a:sym typeface="Compacta Std"/>
              </a:defRPr>
            </a:pPr>
            <a:r>
              <a:t>IS GONNA BE EPIC, </a:t>
            </a:r>
            <a:br/>
            <a:r>
              <a:t>AND HERE’S HOW</a:t>
            </a:r>
          </a:p>
        </p:txBody>
      </p:sp>
      <p:sp>
        <p:nvSpPr>
          <p:cNvPr id="83" name="Today"/>
          <p:cNvSpPr txBox="1">
            <a:spLocks noGrp="1"/>
          </p:cNvSpPr>
          <p:nvPr>
            <p:ph type="body" sz="quarter" idx="23"/>
          </p:nvPr>
        </p:nvSpPr>
        <p:spPr>
          <a:xfrm>
            <a:off x="9651462" y="1143124"/>
            <a:ext cx="5081076" cy="266701"/>
          </a:xfrm>
          <a:prstGeom prst="rect">
            <a:avLst/>
          </a:prstGeom>
        </p:spPr>
        <p:txBody>
          <a:bodyPr lIns="0" tIns="0" rIns="0" bIns="0">
            <a:spAutoFit/>
          </a:bodyPr>
          <a:lstStyle>
            <a:lvl1pPr marL="0" indent="0" algn="ctr">
              <a:buSzTx/>
              <a:buNone/>
              <a:defRPr sz="1600">
                <a:solidFill>
                  <a:schemeClr val="accent5">
                    <a:hueOff val="-90000"/>
                    <a:satOff val="18128"/>
                    <a:lumOff val="3921"/>
                  </a:schemeClr>
                </a:solidFill>
              </a:defRPr>
            </a:lvl1pPr>
          </a:lstStyle>
          <a:p>
            <a:r>
              <a:t>Today</a:t>
            </a:r>
          </a:p>
        </p:txBody>
      </p:sp>
      <p:sp>
        <p:nvSpPr>
          <p:cNvPr id="84" name="Shall we begin?"/>
          <p:cNvSpPr txBox="1">
            <a:spLocks noGrp="1"/>
          </p:cNvSpPr>
          <p:nvPr>
            <p:ph type="body" sz="quarter" idx="24"/>
          </p:nvPr>
        </p:nvSpPr>
        <p:spPr>
          <a:xfrm>
            <a:off x="9651462" y="12395089"/>
            <a:ext cx="5081076" cy="266701"/>
          </a:xfrm>
          <a:prstGeom prst="rect">
            <a:avLst/>
          </a:prstGeom>
        </p:spPr>
        <p:txBody>
          <a:bodyPr lIns="0" tIns="0" rIns="0" bIns="0">
            <a:spAutoFit/>
          </a:bodyPr>
          <a:lstStyle>
            <a:lvl1pPr marL="0" indent="0" algn="ctr">
              <a:buSzTx/>
              <a:buNone/>
              <a:defRPr sz="1600">
                <a:solidFill>
                  <a:schemeClr val="accent5">
                    <a:hueOff val="-90000"/>
                    <a:satOff val="18128"/>
                    <a:lumOff val="3921"/>
                  </a:schemeClr>
                </a:solidFill>
              </a:defRPr>
            </a:lvl1pPr>
          </a:lstStyle>
          <a:p>
            <a:r>
              <a:t>Shall we begin?</a:t>
            </a:r>
          </a:p>
        </p:txBody>
      </p:sp>
      <p:sp>
        <p:nvSpPr>
          <p:cNvPr id="85"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lvl1pPr>
              <a:defRPr>
                <a:solidFill>
                  <a:schemeClr val="accent6">
                    <a:hueOff val="-3600000"/>
                    <a:lumOff val="68200"/>
                  </a:schemeClr>
                </a:solidFill>
              </a:defRPr>
            </a:lvl1pPr>
          </a:lstStyle>
          <a:p>
            <a:fld id="{86CB4B4D-7CA3-9044-876B-883B54F8677D}" type="slidenum">
              <a:t>‹Nº›</a:t>
            </a:fld>
            <a:endParaRPr/>
          </a:p>
        </p:txBody>
      </p:sp>
      <p:sp>
        <p:nvSpPr>
          <p:cNvPr id="86"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solidFill>
                  <a:schemeClr val="accent5">
                    <a:hueOff val="-90000"/>
                    <a:satOff val="18128"/>
                    <a:lumOff val="3921"/>
                  </a:schemeClr>
                </a:solidFill>
              </a:defRPr>
            </a:lvl1pPr>
          </a:lstStyle>
          <a:p>
            <a:r>
              <a:t>© Critical Mass Inc. All Rights Reserved.</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Intro - Divider">
    <p:bg>
      <p:bgPr>
        <a:solidFill>
          <a:schemeClr val="accent6">
            <a:lumOff val="-31799"/>
          </a:schemeClr>
        </a:solidFill>
        <a:effectLst/>
      </p:bgPr>
    </p:bg>
    <p:spTree>
      <p:nvGrpSpPr>
        <p:cNvPr id="1" name=""/>
        <p:cNvGrpSpPr/>
        <p:nvPr/>
      </p:nvGrpSpPr>
      <p:grpSpPr>
        <a:xfrm>
          <a:off x="0" y="0"/>
          <a:ext cx="0" cy="0"/>
          <a:chOff x="0" y="0"/>
          <a:chExt cx="0" cy="0"/>
        </a:xfrm>
      </p:grpSpPr>
      <p:sp>
        <p:nvSpPr>
          <p:cNvPr id="93" name="The Introduction"/>
          <p:cNvSpPr txBox="1">
            <a:spLocks noGrp="1"/>
          </p:cNvSpPr>
          <p:nvPr>
            <p:ph type="body" idx="21"/>
          </p:nvPr>
        </p:nvSpPr>
        <p:spPr>
          <a:xfrm>
            <a:off x="-1292150" y="2792524"/>
            <a:ext cx="27095300" cy="8641444"/>
          </a:xfrm>
          <a:prstGeom prst="rect">
            <a:avLst/>
          </a:prstGeom>
        </p:spPr>
        <p:txBody>
          <a:bodyPr lIns="0" tIns="0" rIns="0" bIns="0" anchor="ctr">
            <a:noAutofit/>
          </a:bodyPr>
          <a:lstStyle>
            <a:lvl1pPr marL="0" indent="0" algn="ctr">
              <a:lnSpc>
                <a:spcPct val="90000"/>
              </a:lnSpc>
              <a:spcBef>
                <a:spcPts val="100"/>
              </a:spcBef>
              <a:buSzTx/>
              <a:buNone/>
              <a:defRPr sz="46500" cap="all" spc="-930">
                <a:solidFill>
                  <a:schemeClr val="accent5">
                    <a:hueOff val="-90000"/>
                    <a:satOff val="18128"/>
                    <a:lumOff val="3921"/>
                  </a:schemeClr>
                </a:solidFill>
                <a:latin typeface="+mj-lt"/>
                <a:ea typeface="+mj-ea"/>
                <a:cs typeface="+mj-cs"/>
                <a:sym typeface="Compacta Std"/>
              </a:defRPr>
            </a:lvl1pPr>
          </a:lstStyle>
          <a:p>
            <a:r>
              <a:t>The Introduction</a:t>
            </a:r>
          </a:p>
        </p:txBody>
      </p:sp>
      <p:sp>
        <p:nvSpPr>
          <p:cNvPr id="94" name="Be confident enough to keep this title short."/>
          <p:cNvSpPr txBox="1">
            <a:spLocks noGrp="1"/>
          </p:cNvSpPr>
          <p:nvPr>
            <p:ph type="body" sz="quarter" idx="22"/>
          </p:nvPr>
        </p:nvSpPr>
        <p:spPr>
          <a:xfrm>
            <a:off x="9651462" y="1147988"/>
            <a:ext cx="5081076" cy="266701"/>
          </a:xfrm>
          <a:prstGeom prst="rect">
            <a:avLst/>
          </a:prstGeom>
        </p:spPr>
        <p:txBody>
          <a:bodyPr lIns="0" tIns="0" rIns="0" bIns="0">
            <a:spAutoFit/>
          </a:bodyPr>
          <a:lstStyle>
            <a:lvl1pPr marL="0" indent="0" algn="ctr">
              <a:buSzTx/>
              <a:buNone/>
              <a:defRPr sz="1600">
                <a:solidFill>
                  <a:schemeClr val="accent5">
                    <a:hueOff val="-90000"/>
                    <a:satOff val="18128"/>
                    <a:lumOff val="3921"/>
                  </a:schemeClr>
                </a:solidFill>
              </a:defRPr>
            </a:lvl1pPr>
          </a:lstStyle>
          <a:p>
            <a:r>
              <a:t>Be confident enough to keep this title short.</a:t>
            </a:r>
          </a:p>
        </p:txBody>
      </p:sp>
      <p:sp>
        <p:nvSpPr>
          <p:cNvPr id="95" name="Just adjust the font size on the right to make the sides touch."/>
          <p:cNvSpPr txBox="1">
            <a:spLocks noGrp="1"/>
          </p:cNvSpPr>
          <p:nvPr>
            <p:ph type="body" sz="quarter" idx="23"/>
          </p:nvPr>
        </p:nvSpPr>
        <p:spPr>
          <a:xfrm>
            <a:off x="6751364" y="12481396"/>
            <a:ext cx="10881272" cy="266701"/>
          </a:xfrm>
          <a:prstGeom prst="rect">
            <a:avLst/>
          </a:prstGeom>
        </p:spPr>
        <p:txBody>
          <a:bodyPr lIns="0" tIns="0" rIns="0" bIns="0">
            <a:spAutoFit/>
          </a:bodyPr>
          <a:lstStyle>
            <a:lvl1pPr marL="0" indent="0" algn="ctr">
              <a:buSzTx/>
              <a:buNone/>
              <a:defRPr sz="1600">
                <a:solidFill>
                  <a:schemeClr val="accent5">
                    <a:hueOff val="-90000"/>
                    <a:satOff val="18128"/>
                    <a:lumOff val="3921"/>
                  </a:schemeClr>
                </a:solidFill>
              </a:defRPr>
            </a:lvl1pPr>
          </a:lstStyle>
          <a:p>
            <a:r>
              <a:t>Just adjust the font size on the right to make the sides touch.</a:t>
            </a:r>
          </a:p>
        </p:txBody>
      </p:sp>
      <p:sp>
        <p:nvSpPr>
          <p:cNvPr id="96" name="Slide Number"/>
          <p:cNvSpPr txBox="1">
            <a:spLocks noGrp="1"/>
          </p:cNvSpPr>
          <p:nvPr>
            <p:ph type="sldNum" sz="quarter" idx="2"/>
          </p:nvPr>
        </p:nvSpPr>
        <p:spPr>
          <a:xfrm>
            <a:off x="23241000" y="13083263"/>
            <a:ext cx="1143000" cy="190501"/>
          </a:xfrm>
          <a:prstGeom prst="rect">
            <a:avLst/>
          </a:prstGeom>
        </p:spPr>
        <p:txBody>
          <a:bodyPr wrap="square" lIns="0" tIns="0" rIns="0" bIns="0"/>
          <a:lstStyle>
            <a:lvl1pPr>
              <a:defRPr>
                <a:solidFill>
                  <a:schemeClr val="accent5">
                    <a:hueOff val="-90000"/>
                    <a:satOff val="18128"/>
                    <a:lumOff val="3921"/>
                  </a:schemeClr>
                </a:solidFill>
              </a:defRPr>
            </a:lvl1pPr>
          </a:lstStyle>
          <a:p>
            <a:fld id="{86CB4B4D-7CA3-9044-876B-883B54F8677D}" type="slidenum">
              <a:t>‹Nº›</a:t>
            </a:fld>
            <a:endParaRPr/>
          </a:p>
        </p:txBody>
      </p:sp>
      <p:sp>
        <p:nvSpPr>
          <p:cNvPr id="97"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solidFill>
                  <a:schemeClr val="accent5">
                    <a:hueOff val="-90000"/>
                    <a:satOff val="18128"/>
                    <a:lumOff val="3921"/>
                  </a:schemeClr>
                </a:solidFill>
              </a:defRPr>
            </a:lvl1pPr>
          </a:lstStyle>
          <a:p>
            <a:r>
              <a:t>© Critical Mass Inc. All Rights Reserved.</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Intro - Divider Rorange">
    <p:bg>
      <p:bgPr>
        <a:solidFill>
          <a:schemeClr val="accent1">
            <a:lumOff val="6862"/>
          </a:schemeClr>
        </a:solidFill>
        <a:effectLst/>
      </p:bgPr>
    </p:bg>
    <p:spTree>
      <p:nvGrpSpPr>
        <p:cNvPr id="1" name=""/>
        <p:cNvGrpSpPr/>
        <p:nvPr/>
      </p:nvGrpSpPr>
      <p:grpSpPr>
        <a:xfrm>
          <a:off x="0" y="0"/>
          <a:ext cx="0" cy="0"/>
          <a:chOff x="0" y="0"/>
          <a:chExt cx="0" cy="0"/>
        </a:xfrm>
      </p:grpSpPr>
      <p:sp>
        <p:nvSpPr>
          <p:cNvPr id="104" name="The Introduction"/>
          <p:cNvSpPr txBox="1">
            <a:spLocks noGrp="1"/>
          </p:cNvSpPr>
          <p:nvPr>
            <p:ph type="body" idx="21"/>
          </p:nvPr>
        </p:nvSpPr>
        <p:spPr>
          <a:xfrm>
            <a:off x="-1292150" y="2792524"/>
            <a:ext cx="27095300" cy="8641444"/>
          </a:xfrm>
          <a:prstGeom prst="rect">
            <a:avLst/>
          </a:prstGeom>
        </p:spPr>
        <p:txBody>
          <a:bodyPr lIns="0" tIns="0" rIns="0" bIns="0" anchor="ctr">
            <a:noAutofit/>
          </a:bodyPr>
          <a:lstStyle>
            <a:lvl1pPr marL="0" indent="0" algn="ctr">
              <a:lnSpc>
                <a:spcPct val="90000"/>
              </a:lnSpc>
              <a:spcBef>
                <a:spcPts val="100"/>
              </a:spcBef>
              <a:buSzTx/>
              <a:buNone/>
              <a:defRPr sz="46500" cap="all" spc="-930">
                <a:solidFill>
                  <a:schemeClr val="accent5">
                    <a:hueOff val="-90000"/>
                    <a:satOff val="18128"/>
                    <a:lumOff val="3921"/>
                  </a:schemeClr>
                </a:solidFill>
                <a:latin typeface="+mj-lt"/>
                <a:ea typeface="+mj-ea"/>
                <a:cs typeface="+mj-cs"/>
                <a:sym typeface="Compacta Std"/>
              </a:defRPr>
            </a:lvl1pPr>
          </a:lstStyle>
          <a:p>
            <a:r>
              <a:t>The Introduction</a:t>
            </a:r>
          </a:p>
        </p:txBody>
      </p:sp>
      <p:sp>
        <p:nvSpPr>
          <p:cNvPr id="105" name="Be confident enough to keep this title short."/>
          <p:cNvSpPr txBox="1">
            <a:spLocks noGrp="1"/>
          </p:cNvSpPr>
          <p:nvPr>
            <p:ph type="body" sz="quarter" idx="22"/>
          </p:nvPr>
        </p:nvSpPr>
        <p:spPr>
          <a:xfrm>
            <a:off x="9651462" y="1143451"/>
            <a:ext cx="5081076" cy="266701"/>
          </a:xfrm>
          <a:prstGeom prst="rect">
            <a:avLst/>
          </a:prstGeom>
        </p:spPr>
        <p:txBody>
          <a:bodyPr lIns="0" tIns="0" rIns="0" bIns="0">
            <a:spAutoFit/>
          </a:bodyPr>
          <a:lstStyle>
            <a:lvl1pPr marL="0" indent="0" algn="ctr">
              <a:buSzTx/>
              <a:buNone/>
              <a:defRPr sz="1600">
                <a:solidFill>
                  <a:schemeClr val="accent5">
                    <a:hueOff val="-90000"/>
                    <a:satOff val="18128"/>
                    <a:lumOff val="3921"/>
                  </a:schemeClr>
                </a:solidFill>
              </a:defRPr>
            </a:lvl1pPr>
          </a:lstStyle>
          <a:p>
            <a:r>
              <a:t>Be confident enough to keep this title short.</a:t>
            </a:r>
          </a:p>
        </p:txBody>
      </p:sp>
      <p:sp>
        <p:nvSpPr>
          <p:cNvPr id="106" name="Just adjust the font size on the right to make the sides touch."/>
          <p:cNvSpPr txBox="1">
            <a:spLocks noGrp="1"/>
          </p:cNvSpPr>
          <p:nvPr>
            <p:ph type="body" sz="quarter" idx="23"/>
          </p:nvPr>
        </p:nvSpPr>
        <p:spPr>
          <a:xfrm>
            <a:off x="6751364" y="12481396"/>
            <a:ext cx="10881272" cy="266701"/>
          </a:xfrm>
          <a:prstGeom prst="rect">
            <a:avLst/>
          </a:prstGeom>
        </p:spPr>
        <p:txBody>
          <a:bodyPr lIns="0" tIns="0" rIns="0" bIns="0">
            <a:spAutoFit/>
          </a:bodyPr>
          <a:lstStyle>
            <a:lvl1pPr marL="0" indent="0" algn="ctr">
              <a:buSzTx/>
              <a:buNone/>
              <a:defRPr sz="1600">
                <a:solidFill>
                  <a:schemeClr val="accent5">
                    <a:hueOff val="-90000"/>
                    <a:satOff val="18128"/>
                    <a:lumOff val="3921"/>
                  </a:schemeClr>
                </a:solidFill>
              </a:defRPr>
            </a:lvl1pPr>
          </a:lstStyle>
          <a:p>
            <a:r>
              <a:t>Just adjust the font size on the right to make the sides touch.</a:t>
            </a:r>
          </a:p>
        </p:txBody>
      </p:sp>
      <p:sp>
        <p:nvSpPr>
          <p:cNvPr id="107" name="Slide Number"/>
          <p:cNvSpPr txBox="1">
            <a:spLocks noGrp="1"/>
          </p:cNvSpPr>
          <p:nvPr>
            <p:ph type="sldNum" sz="quarter" idx="2"/>
          </p:nvPr>
        </p:nvSpPr>
        <p:spPr>
          <a:xfrm>
            <a:off x="23241000" y="13083263"/>
            <a:ext cx="1143000" cy="190501"/>
          </a:xfrm>
          <a:prstGeom prst="rect">
            <a:avLst/>
          </a:prstGeom>
        </p:spPr>
        <p:txBody>
          <a:bodyPr wrap="square" lIns="0" tIns="0" rIns="0" bIns="0"/>
          <a:lstStyle>
            <a:lvl1pPr>
              <a:defRPr>
                <a:solidFill>
                  <a:schemeClr val="accent5">
                    <a:hueOff val="-90000"/>
                    <a:satOff val="18128"/>
                    <a:lumOff val="3921"/>
                  </a:schemeClr>
                </a:solidFill>
              </a:defRPr>
            </a:lvl1pPr>
          </a:lstStyle>
          <a:p>
            <a:fld id="{86CB4B4D-7CA3-9044-876B-883B54F8677D}" type="slidenum">
              <a:t>‹Nº›</a:t>
            </a:fld>
            <a:endParaRPr/>
          </a:p>
        </p:txBody>
      </p:sp>
      <p:sp>
        <p:nvSpPr>
          <p:cNvPr id="108"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solidFill>
                  <a:schemeClr val="accent5">
                    <a:hueOff val="-90000"/>
                    <a:satOff val="18128"/>
                    <a:lumOff val="3921"/>
                  </a:schemeClr>
                </a:solidFill>
              </a:defRPr>
            </a:lvl1pPr>
          </a:lstStyle>
          <a:p>
            <a:r>
              <a:t>© Critical Mass Inc. All Rights Reserved.</a:t>
            </a: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Divider Slide - With Copy">
    <p:spTree>
      <p:nvGrpSpPr>
        <p:cNvPr id="1" name=""/>
        <p:cNvGrpSpPr/>
        <p:nvPr/>
      </p:nvGrpSpPr>
      <p:grpSpPr>
        <a:xfrm>
          <a:off x="0" y="0"/>
          <a:ext cx="0" cy="0"/>
          <a:chOff x="0" y="0"/>
          <a:chExt cx="0" cy="0"/>
        </a:xfrm>
      </p:grpSpPr>
      <p:sp>
        <p:nvSpPr>
          <p:cNvPr id="115"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p>
            <a:fld id="{86CB4B4D-7CA3-9044-876B-883B54F8677D}" type="slidenum">
              <a:t>‹Nº›</a:t>
            </a:fld>
            <a:endParaRPr/>
          </a:p>
        </p:txBody>
      </p:sp>
      <p:sp>
        <p:nvSpPr>
          <p:cNvPr id="116" name="Give us a short snack with what we are about to experience.  Don’t spoil your dinner with details."/>
          <p:cNvSpPr txBox="1">
            <a:spLocks noGrp="1"/>
          </p:cNvSpPr>
          <p:nvPr>
            <p:ph type="body" sz="quarter" idx="21"/>
          </p:nvPr>
        </p:nvSpPr>
        <p:spPr>
          <a:xfrm>
            <a:off x="13477510" y="7106690"/>
            <a:ext cx="6832273" cy="701041"/>
          </a:xfrm>
          <a:prstGeom prst="rect">
            <a:avLst/>
          </a:prstGeom>
        </p:spPr>
        <p:txBody>
          <a:bodyPr lIns="0" tIns="0" rIns="0" bIns="0" anchor="ctr">
            <a:spAutoFit/>
          </a:bodyPr>
          <a:lstStyle/>
          <a:p>
            <a:pPr marL="0" indent="0">
              <a:buSzTx/>
              <a:buNone/>
            </a:pPr>
            <a:r>
              <a:t>Give us a short snack with what we are about to experience. </a:t>
            </a:r>
            <a:br/>
            <a:r>
              <a:t>Don’t spoil your dinner with details.</a:t>
            </a:r>
          </a:p>
        </p:txBody>
      </p:sp>
      <p:sp>
        <p:nvSpPr>
          <p:cNvPr id="117" name="ONE  CENTRAL  TRUTH"/>
          <p:cNvSpPr txBox="1">
            <a:spLocks noGrp="1"/>
          </p:cNvSpPr>
          <p:nvPr>
            <p:ph type="body" sz="half" idx="22"/>
          </p:nvPr>
        </p:nvSpPr>
        <p:spPr>
          <a:xfrm>
            <a:off x="1096954" y="2240734"/>
            <a:ext cx="10539202" cy="10432953"/>
          </a:xfrm>
          <a:prstGeom prst="rect">
            <a:avLst/>
          </a:prstGeom>
        </p:spPr>
        <p:txBody>
          <a:bodyPr lIns="0" tIns="0" rIns="0" bIns="0" anchor="ctr">
            <a:noAutofit/>
          </a:bodyPr>
          <a:lstStyle/>
          <a:p>
            <a:pPr marL="0" indent="0">
              <a:lnSpc>
                <a:spcPct val="90000"/>
              </a:lnSpc>
              <a:spcBef>
                <a:spcPts val="100"/>
              </a:spcBef>
              <a:buSzTx/>
              <a:buNone/>
              <a:defRPr sz="30000" cap="all" spc="-600">
                <a:solidFill>
                  <a:schemeClr val="accent1">
                    <a:lumOff val="6862"/>
                  </a:schemeClr>
                </a:solidFill>
                <a:latin typeface="+mj-lt"/>
                <a:ea typeface="+mj-ea"/>
                <a:cs typeface="+mj-cs"/>
                <a:sym typeface="Compacta Std"/>
              </a:defRPr>
            </a:pPr>
            <a:r>
              <a:t>ONE </a:t>
            </a:r>
            <a:br/>
            <a:r>
              <a:t>CENTRAL </a:t>
            </a:r>
            <a:br/>
            <a:r>
              <a:t>TRUTH</a:t>
            </a:r>
          </a:p>
        </p:txBody>
      </p:sp>
      <p:sp>
        <p:nvSpPr>
          <p:cNvPr id="118"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lvl1pPr>
          </a:lstStyle>
          <a:p>
            <a:r>
              <a:t>© Critical Mass Inc. All Rights Reserved.</a:t>
            </a:r>
          </a:p>
        </p:txBody>
      </p:sp>
      <p:sp>
        <p:nvSpPr>
          <p:cNvPr id="119" name="Presentation Title  Section of the presentation"/>
          <p:cNvSpPr txBox="1">
            <a:spLocks noGrp="1"/>
          </p:cNvSpPr>
          <p:nvPr>
            <p:ph type="body" sz="quarter" idx="23"/>
          </p:nvPr>
        </p:nvSpPr>
        <p:spPr>
          <a:xfrm>
            <a:off x="1144241" y="1011799"/>
            <a:ext cx="5081076" cy="266701"/>
          </a:xfrm>
          <a:prstGeom prst="rect">
            <a:avLst/>
          </a:prstGeom>
        </p:spPr>
        <p:txBody>
          <a:bodyPr lIns="0" tIns="0" rIns="0" bIns="0">
            <a:spAutoFit/>
          </a:bodyPr>
          <a:lstStyle/>
          <a:p>
            <a:pPr marL="0" indent="0">
              <a:buSzTx/>
              <a:buNone/>
              <a:defRPr sz="1600"/>
            </a:pPr>
            <a:r>
              <a:rPr>
                <a:latin typeface="+mn-lt"/>
                <a:ea typeface="+mn-ea"/>
                <a:cs typeface="+mn-cs"/>
                <a:sym typeface="PP Object Sans Bold"/>
              </a:rPr>
              <a:t>Presentation Title </a:t>
            </a:r>
            <a:r>
              <a:t> Section of the presentation </a:t>
            </a: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Quote Dark">
    <p:bg>
      <p:bgPr>
        <a:solidFill>
          <a:schemeClr val="accent6">
            <a:lumOff val="-31799"/>
          </a:schemeClr>
        </a:solidFill>
        <a:effectLst/>
      </p:bgPr>
    </p:bg>
    <p:spTree>
      <p:nvGrpSpPr>
        <p:cNvPr id="1" name=""/>
        <p:cNvGrpSpPr/>
        <p:nvPr/>
      </p:nvGrpSpPr>
      <p:grpSpPr>
        <a:xfrm>
          <a:off x="0" y="0"/>
          <a:ext cx="0" cy="0"/>
          <a:chOff x="0" y="0"/>
          <a:chExt cx="0" cy="0"/>
        </a:xfrm>
      </p:grpSpPr>
      <p:sp>
        <p:nvSpPr>
          <p:cNvPr id="140" name="Who doesn’t like a great quotation? It’s the start of a dope thought.  And then you back it up.”"/>
          <p:cNvSpPr txBox="1">
            <a:spLocks noGrp="1"/>
          </p:cNvSpPr>
          <p:nvPr>
            <p:ph type="body" sz="half" idx="21"/>
          </p:nvPr>
        </p:nvSpPr>
        <p:spPr>
          <a:xfrm>
            <a:off x="3591844" y="4161616"/>
            <a:ext cx="17200312" cy="5681773"/>
          </a:xfrm>
          <a:prstGeom prst="rect">
            <a:avLst/>
          </a:prstGeom>
        </p:spPr>
        <p:txBody>
          <a:bodyPr lIns="0" tIns="0" rIns="0" bIns="0" anchor="ctr">
            <a:noAutofit/>
          </a:bodyPr>
          <a:lstStyle/>
          <a:p>
            <a:pPr marL="0" indent="0" algn="ctr" defTabSz="309563">
              <a:lnSpc>
                <a:spcPct val="90000"/>
              </a:lnSpc>
              <a:spcBef>
                <a:spcPts val="0"/>
              </a:spcBef>
              <a:buSzTx/>
              <a:buNone/>
              <a:defRPr sz="8000" spc="-159" baseline="608">
                <a:solidFill>
                  <a:schemeClr val="accent5">
                    <a:hueOff val="-90000"/>
                    <a:satOff val="18128"/>
                    <a:lumOff val="3921"/>
                  </a:schemeClr>
                </a:solidFill>
                <a:latin typeface="+mn-lt"/>
                <a:ea typeface="+mn-ea"/>
                <a:cs typeface="+mn-cs"/>
                <a:sym typeface="PP Object Sans Bold"/>
              </a:defRPr>
            </a:pPr>
            <a:r>
              <a:t>Who doesn’t like a great quotation? It’s the start of a dope thought. </a:t>
            </a:r>
            <a:br/>
            <a:r>
              <a:t>And then you back it up.”</a:t>
            </a:r>
          </a:p>
        </p:txBody>
      </p:sp>
      <p:sp>
        <p:nvSpPr>
          <p:cNvPr id="141" name="Pure Positivity…"/>
          <p:cNvSpPr txBox="1"/>
          <p:nvPr/>
        </p:nvSpPr>
        <p:spPr>
          <a:xfrm>
            <a:off x="-59764780" y="5222141"/>
            <a:ext cx="4579037" cy="43207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nSpc>
                <a:spcPct val="110000"/>
              </a:lnSpc>
              <a:spcBef>
                <a:spcPts val="2000"/>
              </a:spcBef>
              <a:defRPr spc="0"/>
            </a:pPr>
            <a:r>
              <a:t>Pure Positivity</a:t>
            </a:r>
          </a:p>
          <a:p>
            <a:pPr>
              <a:lnSpc>
                <a:spcPct val="110000"/>
              </a:lnSpc>
              <a:spcBef>
                <a:spcPts val="2000"/>
              </a:spcBef>
              <a:defRPr sz="4000" spc="0" baseline="1216"/>
            </a:pPr>
            <a:r>
              <a:t>This is what happens when you make a four column  image placement</a:t>
            </a:r>
          </a:p>
        </p:txBody>
      </p:sp>
      <p:sp>
        <p:nvSpPr>
          <p:cNvPr id="142" name="© Critical Mass Inc. All Rights Reserved."/>
          <p:cNvSpPr txBox="1"/>
          <p:nvPr/>
        </p:nvSpPr>
        <p:spPr>
          <a:xfrm>
            <a:off x="365881" y="13037543"/>
            <a:ext cx="3038946" cy="4343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1919" tIns="121919" rIns="121919" bIns="121919">
            <a:spAutoFit/>
          </a:bodyPr>
          <a:lstStyle>
            <a:lvl1pPr defTabSz="457200">
              <a:spcBef>
                <a:spcPts val="300"/>
              </a:spcBef>
              <a:defRPr sz="1100" spc="11" baseline="0"/>
            </a:lvl1pPr>
          </a:lstStyle>
          <a:p>
            <a:r>
              <a:t>© Critical Mass Inc. All Rights Reserved.</a:t>
            </a:r>
          </a:p>
        </p:txBody>
      </p:sp>
      <p:sp>
        <p:nvSpPr>
          <p:cNvPr id="143" name="Heck yeah you better give credit."/>
          <p:cNvSpPr txBox="1">
            <a:spLocks noGrp="1"/>
          </p:cNvSpPr>
          <p:nvPr>
            <p:ph type="body" sz="quarter" idx="22"/>
          </p:nvPr>
        </p:nvSpPr>
        <p:spPr>
          <a:xfrm>
            <a:off x="10342905" y="9874960"/>
            <a:ext cx="3698191" cy="292101"/>
          </a:xfrm>
          <a:prstGeom prst="rect">
            <a:avLst/>
          </a:prstGeom>
        </p:spPr>
        <p:txBody>
          <a:bodyPr wrap="none" lIns="0" tIns="0" rIns="0" bIns="0" anchor="b">
            <a:spAutoFit/>
          </a:bodyPr>
          <a:lstStyle>
            <a:lvl1pPr marL="0" indent="0" algn="r">
              <a:buSzTx/>
              <a:buNone/>
              <a:defRPr>
                <a:solidFill>
                  <a:schemeClr val="accent6">
                    <a:hueOff val="-3600000"/>
                    <a:lumOff val="68200"/>
                  </a:schemeClr>
                </a:solidFill>
              </a:defRPr>
            </a:lvl1pPr>
          </a:lstStyle>
          <a:p>
            <a:r>
              <a:t>Heck yeah you better give credit.</a:t>
            </a:r>
          </a:p>
        </p:txBody>
      </p:sp>
      <p:pic>
        <p:nvPicPr>
          <p:cNvPr id="144" name="Image" descr="Image"/>
          <p:cNvPicPr>
            <a:picLocks noChangeAspect="1"/>
          </p:cNvPicPr>
          <p:nvPr/>
        </p:nvPicPr>
        <p:blipFill>
          <a:blip r:embed="rId2"/>
          <a:stretch>
            <a:fillRect/>
          </a:stretch>
        </p:blipFill>
        <p:spPr>
          <a:xfrm>
            <a:off x="11757604" y="3393084"/>
            <a:ext cx="868791" cy="736961"/>
          </a:xfrm>
          <a:prstGeom prst="rect">
            <a:avLst/>
          </a:prstGeom>
          <a:ln w="12700">
            <a:miter lim="400000"/>
          </a:ln>
        </p:spPr>
      </p:pic>
      <p:sp>
        <p:nvSpPr>
          <p:cNvPr id="145"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lvl1pPr>
              <a:defRPr>
                <a:solidFill>
                  <a:schemeClr val="accent5">
                    <a:hueOff val="-90000"/>
                    <a:satOff val="18128"/>
                    <a:lumOff val="3921"/>
                  </a:schemeClr>
                </a:solidFill>
              </a:defRPr>
            </a:lvl1pPr>
          </a:lstStyle>
          <a:p>
            <a:fld id="{86CB4B4D-7CA3-9044-876B-883B54F8677D}" type="slidenum">
              <a:t>‹Nº›</a:t>
            </a:fld>
            <a:endParaRPr/>
          </a:p>
        </p:txBody>
      </p:sp>
      <p:sp>
        <p:nvSpPr>
          <p:cNvPr id="146"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solidFill>
                  <a:schemeClr val="accent5">
                    <a:hueOff val="-90000"/>
                    <a:satOff val="18128"/>
                    <a:lumOff val="3921"/>
                  </a:schemeClr>
                </a:solidFill>
              </a:defRPr>
            </a:lvl1pPr>
          </a:lstStyle>
          <a:p>
            <a:r>
              <a:t>© Critical Mass Inc. All Rights Reserved.</a:t>
            </a: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Simple Slide">
    <p:spTree>
      <p:nvGrpSpPr>
        <p:cNvPr id="1" name=""/>
        <p:cNvGrpSpPr/>
        <p:nvPr/>
      </p:nvGrpSpPr>
      <p:grpSpPr>
        <a:xfrm>
          <a:off x="0" y="0"/>
          <a:ext cx="0" cy="0"/>
          <a:chOff x="0" y="0"/>
          <a:chExt cx="0" cy="0"/>
        </a:xfrm>
      </p:grpSpPr>
      <p:sp>
        <p:nvSpPr>
          <p:cNvPr id="153" name="Simple."/>
          <p:cNvSpPr txBox="1">
            <a:spLocks noGrp="1"/>
          </p:cNvSpPr>
          <p:nvPr>
            <p:ph type="body" idx="21"/>
          </p:nvPr>
        </p:nvSpPr>
        <p:spPr>
          <a:xfrm>
            <a:off x="-1521196" y="-906575"/>
            <a:ext cx="26447965" cy="10159094"/>
          </a:xfrm>
          <a:prstGeom prst="rect">
            <a:avLst/>
          </a:prstGeom>
        </p:spPr>
        <p:txBody>
          <a:bodyPr lIns="0" tIns="0" rIns="0" bIns="0" anchor="ctr">
            <a:noAutofit/>
          </a:bodyPr>
          <a:lstStyle/>
          <a:p>
            <a:pPr marL="0" indent="0" defTabSz="309563">
              <a:lnSpc>
                <a:spcPct val="100000"/>
              </a:lnSpc>
              <a:spcBef>
                <a:spcPts val="0"/>
              </a:spcBef>
              <a:buSzTx/>
              <a:buNone/>
              <a:defRPr sz="65000" spc="-1300" baseline="74">
                <a:solidFill>
                  <a:schemeClr val="accent1">
                    <a:lumOff val="6862"/>
                  </a:schemeClr>
                </a:solidFill>
                <a:latin typeface="+mn-lt"/>
                <a:ea typeface="+mn-ea"/>
                <a:cs typeface="+mn-cs"/>
                <a:sym typeface="PP Object Sans Bold"/>
              </a:defRPr>
            </a:pPr>
            <a:r>
              <a:rPr spc="-3250"/>
              <a:t>Simple</a:t>
            </a:r>
            <a:r>
              <a:t>.</a:t>
            </a:r>
          </a:p>
        </p:txBody>
      </p:sp>
      <p:sp>
        <p:nvSpPr>
          <p:cNvPr id="154" name="© Critical Mass Inc. All Rights Reserved."/>
          <p:cNvSpPr txBox="1"/>
          <p:nvPr/>
        </p:nvSpPr>
        <p:spPr>
          <a:xfrm>
            <a:off x="365881" y="13037543"/>
            <a:ext cx="3038946" cy="4343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1919" tIns="121919" rIns="121919" bIns="121919">
            <a:spAutoFit/>
          </a:bodyPr>
          <a:lstStyle>
            <a:lvl1pPr defTabSz="457200">
              <a:spcBef>
                <a:spcPts val="300"/>
              </a:spcBef>
              <a:defRPr sz="1100" spc="11" baseline="0">
                <a:solidFill>
                  <a:schemeClr val="accent6">
                    <a:hueOff val="-3600000"/>
                    <a:lumOff val="68200"/>
                  </a:schemeClr>
                </a:solidFill>
              </a:defRPr>
            </a:lvl1pPr>
          </a:lstStyle>
          <a:p>
            <a:r>
              <a:t>© Critical Mass Inc. All Rights Reserved.</a:t>
            </a:r>
          </a:p>
        </p:txBody>
      </p:sp>
      <p:sp>
        <p:nvSpPr>
          <p:cNvPr id="155" name="GettyImages-1348117244.jpg"/>
          <p:cNvSpPr>
            <a:spLocks noGrp="1"/>
          </p:cNvSpPr>
          <p:nvPr>
            <p:ph type="pic" sz="half" idx="22"/>
          </p:nvPr>
        </p:nvSpPr>
        <p:spPr>
          <a:xfrm>
            <a:off x="6485837" y="5062755"/>
            <a:ext cx="11436868" cy="11436869"/>
          </a:xfrm>
          <a:prstGeom prst="rect">
            <a:avLst/>
          </a:prstGeom>
        </p:spPr>
        <p:txBody>
          <a:bodyPr lIns="91439" tIns="45719" rIns="91439" bIns="45719">
            <a:noAutofit/>
          </a:bodyPr>
          <a:lstStyle/>
          <a:p>
            <a:endParaRPr/>
          </a:p>
        </p:txBody>
      </p:sp>
      <p:sp>
        <p:nvSpPr>
          <p:cNvPr id="156" name="Anything but fussy."/>
          <p:cNvSpPr txBox="1">
            <a:spLocks noGrp="1"/>
          </p:cNvSpPr>
          <p:nvPr>
            <p:ph type="body" sz="quarter" idx="23"/>
          </p:nvPr>
        </p:nvSpPr>
        <p:spPr>
          <a:xfrm>
            <a:off x="18405197" y="8785687"/>
            <a:ext cx="4454790" cy="292101"/>
          </a:xfrm>
          <a:prstGeom prst="rect">
            <a:avLst/>
          </a:prstGeom>
        </p:spPr>
        <p:txBody>
          <a:bodyPr lIns="0" tIns="0" rIns="0" bIns="0" anchor="ctr">
            <a:spAutoFit/>
          </a:bodyPr>
          <a:lstStyle>
            <a:lvl1pPr marL="0" indent="0" algn="ctr">
              <a:buSzTx/>
              <a:buNone/>
            </a:lvl1pPr>
          </a:lstStyle>
          <a:p>
            <a:r>
              <a:t>Anything but fussy. </a:t>
            </a:r>
          </a:p>
        </p:txBody>
      </p:sp>
      <p:sp>
        <p:nvSpPr>
          <p:cNvPr id="157" name="One giant bowl of kindness."/>
          <p:cNvSpPr txBox="1">
            <a:spLocks noGrp="1"/>
          </p:cNvSpPr>
          <p:nvPr>
            <p:ph type="body" sz="quarter" idx="24"/>
          </p:nvPr>
        </p:nvSpPr>
        <p:spPr>
          <a:xfrm>
            <a:off x="1523679" y="8785687"/>
            <a:ext cx="4441235" cy="292101"/>
          </a:xfrm>
          <a:prstGeom prst="rect">
            <a:avLst/>
          </a:prstGeom>
        </p:spPr>
        <p:txBody>
          <a:bodyPr lIns="0" tIns="0" rIns="0" bIns="0" anchor="ctr">
            <a:spAutoFit/>
          </a:bodyPr>
          <a:lstStyle>
            <a:lvl1pPr marL="0" indent="0" algn="ctr">
              <a:buSzTx/>
              <a:buNone/>
            </a:lvl1pPr>
          </a:lstStyle>
          <a:p>
            <a:r>
              <a:t>One giant bowl of kindness.</a:t>
            </a:r>
          </a:p>
        </p:txBody>
      </p:sp>
      <p:sp>
        <p:nvSpPr>
          <p:cNvPr id="158"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p>
            <a:fld id="{86CB4B4D-7CA3-9044-876B-883B54F8677D}" type="slidenum">
              <a:t>‹Nº›</a:t>
            </a:fld>
            <a:endParaRPr/>
          </a:p>
        </p:txBody>
      </p:sp>
      <p:sp>
        <p:nvSpPr>
          <p:cNvPr id="159"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lvl1pPr>
          </a:lstStyle>
          <a:p>
            <a:r>
              <a:t>© Critical Mass Inc. All Rights Reserved.</a:t>
            </a: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Stats that make you think">
    <p:bg>
      <p:bgPr>
        <a:solidFill>
          <a:schemeClr val="accent6">
            <a:hueOff val="-3600000"/>
            <a:lumOff val="68200"/>
          </a:schemeClr>
        </a:solidFill>
        <a:effectLst/>
      </p:bgPr>
    </p:bg>
    <p:spTree>
      <p:nvGrpSpPr>
        <p:cNvPr id="1" name=""/>
        <p:cNvGrpSpPr/>
        <p:nvPr/>
      </p:nvGrpSpPr>
      <p:grpSpPr>
        <a:xfrm>
          <a:off x="0" y="0"/>
          <a:ext cx="0" cy="0"/>
          <a:chOff x="0" y="0"/>
          <a:chExt cx="0" cy="0"/>
        </a:xfrm>
      </p:grpSpPr>
      <p:sp>
        <p:nvSpPr>
          <p:cNvPr id="204" name="GettyImages-1348117244.jpg"/>
          <p:cNvSpPr>
            <a:spLocks noGrp="1"/>
          </p:cNvSpPr>
          <p:nvPr>
            <p:ph type="pic" idx="21"/>
          </p:nvPr>
        </p:nvSpPr>
        <p:spPr>
          <a:xfrm>
            <a:off x="0" y="6266856"/>
            <a:ext cx="12188598" cy="12188598"/>
          </a:xfrm>
          <a:prstGeom prst="rect">
            <a:avLst/>
          </a:prstGeom>
        </p:spPr>
        <p:txBody>
          <a:bodyPr lIns="91439" tIns="45719" rIns="91439" bIns="45719">
            <a:noAutofit/>
          </a:bodyPr>
          <a:lstStyle/>
          <a:p>
            <a:endParaRPr/>
          </a:p>
        </p:txBody>
      </p:sp>
      <p:sp>
        <p:nvSpPr>
          <p:cNvPr id="205" name="Rectangle"/>
          <p:cNvSpPr>
            <a:spLocks noGrp="1"/>
          </p:cNvSpPr>
          <p:nvPr>
            <p:ph type="body" idx="22"/>
          </p:nvPr>
        </p:nvSpPr>
        <p:spPr>
          <a:xfrm>
            <a:off x="12192000" y="-1"/>
            <a:ext cx="12186530" cy="13716001"/>
          </a:xfrm>
          <a:prstGeom prst="rect">
            <a:avLst/>
          </a:prstGeom>
          <a:solidFill>
            <a:schemeClr val="accent5">
              <a:hueOff val="-90000"/>
              <a:satOff val="18128"/>
              <a:lumOff val="3921"/>
            </a:schemeClr>
          </a:solidFill>
        </p:spPr>
        <p:txBody>
          <a:bodyPr anchor="ctr">
            <a:noAutofit/>
          </a:bodyPr>
          <a:lstStyle/>
          <a:p>
            <a:pPr marL="0" indent="0" algn="ctr" defTabSz="825500">
              <a:lnSpc>
                <a:spcPct val="100000"/>
              </a:lnSpc>
              <a:spcBef>
                <a:spcPts val="0"/>
              </a:spcBef>
              <a:buSzTx/>
              <a:buNone/>
              <a:defRPr sz="3200">
                <a:solidFill>
                  <a:schemeClr val="accent6">
                    <a:hueOff val="1800000"/>
                    <a:lumOff val="25430"/>
                  </a:schemeClr>
                </a:solidFill>
                <a:latin typeface="+mn-lt"/>
                <a:ea typeface="+mn-ea"/>
                <a:cs typeface="+mn-cs"/>
                <a:sym typeface="PP Object Sans Bold"/>
              </a:defRPr>
            </a:pPr>
            <a:endParaRPr/>
          </a:p>
        </p:txBody>
      </p:sp>
      <p:sp>
        <p:nvSpPr>
          <p:cNvPr id="206" name="Rectangle"/>
          <p:cNvSpPr>
            <a:spLocks noGrp="1"/>
          </p:cNvSpPr>
          <p:nvPr>
            <p:ph type="body" sz="half" idx="23"/>
          </p:nvPr>
        </p:nvSpPr>
        <p:spPr>
          <a:xfrm>
            <a:off x="-1" y="-1"/>
            <a:ext cx="12188172" cy="6858001"/>
          </a:xfrm>
          <a:prstGeom prst="rect">
            <a:avLst/>
          </a:prstGeom>
          <a:solidFill>
            <a:schemeClr val="accent6">
              <a:lumOff val="-31799"/>
            </a:schemeClr>
          </a:solidFill>
        </p:spPr>
        <p:txBody>
          <a:bodyPr anchor="ctr">
            <a:noAutofit/>
          </a:bodyPr>
          <a:lstStyle/>
          <a:p>
            <a:pPr marL="0" indent="0" algn="ctr" defTabSz="825500">
              <a:lnSpc>
                <a:spcPct val="100000"/>
              </a:lnSpc>
              <a:spcBef>
                <a:spcPts val="0"/>
              </a:spcBef>
              <a:buSzTx/>
              <a:buNone/>
              <a:defRPr sz="3200">
                <a:solidFill>
                  <a:schemeClr val="accent6">
                    <a:lumOff val="51803"/>
                  </a:schemeClr>
                </a:solidFill>
                <a:latin typeface="+mn-lt"/>
                <a:ea typeface="+mn-ea"/>
                <a:cs typeface="+mn-cs"/>
                <a:sym typeface="PP Object Sans Bold"/>
              </a:defRPr>
            </a:pPr>
            <a:endParaRPr/>
          </a:p>
        </p:txBody>
      </p:sp>
      <p:sp>
        <p:nvSpPr>
          <p:cNvPr id="207" name="50+"/>
          <p:cNvSpPr txBox="1">
            <a:spLocks noGrp="1"/>
          </p:cNvSpPr>
          <p:nvPr>
            <p:ph type="body" sz="quarter" idx="24"/>
          </p:nvPr>
        </p:nvSpPr>
        <p:spPr>
          <a:xfrm>
            <a:off x="3293910" y="2197819"/>
            <a:ext cx="5842964" cy="1938721"/>
          </a:xfrm>
          <a:prstGeom prst="rect">
            <a:avLst/>
          </a:prstGeom>
        </p:spPr>
        <p:txBody>
          <a:bodyPr lIns="0" tIns="0" rIns="0" bIns="0">
            <a:noAutofit/>
          </a:bodyPr>
          <a:lstStyle>
            <a:lvl1pPr marL="0" indent="0" algn="ctr" defTabSz="309563">
              <a:lnSpc>
                <a:spcPct val="110000"/>
              </a:lnSpc>
              <a:spcBef>
                <a:spcPts val="0"/>
              </a:spcBef>
              <a:buSzTx/>
              <a:buNone/>
              <a:defRPr sz="12000" spc="-599" baseline="405">
                <a:solidFill>
                  <a:schemeClr val="accent5">
                    <a:hueOff val="-90000"/>
                    <a:satOff val="18128"/>
                    <a:lumOff val="3921"/>
                  </a:schemeClr>
                </a:solidFill>
                <a:latin typeface="+mn-lt"/>
                <a:ea typeface="+mn-ea"/>
                <a:cs typeface="+mn-cs"/>
                <a:sym typeface="PP Object Sans Bold"/>
              </a:defRPr>
            </a:lvl1pPr>
          </a:lstStyle>
          <a:p>
            <a:r>
              <a:t>50+</a:t>
            </a:r>
          </a:p>
        </p:txBody>
      </p:sp>
      <p:sp>
        <p:nvSpPr>
          <p:cNvPr id="208" name="That’s a ton of information to communicate."/>
          <p:cNvSpPr txBox="1">
            <a:spLocks noGrp="1"/>
          </p:cNvSpPr>
          <p:nvPr>
            <p:ph type="body" sz="quarter" idx="25"/>
          </p:nvPr>
        </p:nvSpPr>
        <p:spPr>
          <a:xfrm>
            <a:off x="3051297" y="4225840"/>
            <a:ext cx="6085577" cy="434341"/>
          </a:xfrm>
          <a:prstGeom prst="rect">
            <a:avLst/>
          </a:prstGeom>
        </p:spPr>
        <p:txBody>
          <a:bodyPr lIns="0" tIns="0" rIns="0" bIns="0">
            <a:noAutofit/>
          </a:bodyPr>
          <a:lstStyle>
            <a:lvl1pPr marL="0" indent="0" algn="ctr">
              <a:buSzTx/>
              <a:buNone/>
              <a:defRPr>
                <a:solidFill>
                  <a:schemeClr val="accent6">
                    <a:hueOff val="-3600000"/>
                    <a:lumOff val="68200"/>
                  </a:schemeClr>
                </a:solidFill>
              </a:defRPr>
            </a:lvl1pPr>
          </a:lstStyle>
          <a:p>
            <a:r>
              <a:t>That’s a ton of information to communicate.</a:t>
            </a:r>
          </a:p>
        </p:txBody>
      </p:sp>
      <p:sp>
        <p:nvSpPr>
          <p:cNvPr id="209" name="100%"/>
          <p:cNvSpPr txBox="1">
            <a:spLocks noGrp="1"/>
          </p:cNvSpPr>
          <p:nvPr>
            <p:ph type="body" sz="quarter" idx="26"/>
          </p:nvPr>
        </p:nvSpPr>
        <p:spPr>
          <a:xfrm>
            <a:off x="15237642" y="5420840"/>
            <a:ext cx="6137345" cy="1938721"/>
          </a:xfrm>
          <a:prstGeom prst="rect">
            <a:avLst/>
          </a:prstGeom>
        </p:spPr>
        <p:txBody>
          <a:bodyPr lIns="0" tIns="0" rIns="0" bIns="0">
            <a:noAutofit/>
          </a:bodyPr>
          <a:lstStyle>
            <a:lvl1pPr marL="0" indent="0" algn="ctr" defTabSz="309563">
              <a:lnSpc>
                <a:spcPct val="110000"/>
              </a:lnSpc>
              <a:spcBef>
                <a:spcPts val="0"/>
              </a:spcBef>
              <a:buSzTx/>
              <a:buNone/>
              <a:defRPr sz="12000" spc="-599" baseline="405">
                <a:latin typeface="+mn-lt"/>
                <a:ea typeface="+mn-ea"/>
                <a:cs typeface="+mn-cs"/>
                <a:sym typeface="PP Object Sans Bold"/>
              </a:defRPr>
            </a:lvl1pPr>
          </a:lstStyle>
          <a:p>
            <a:r>
              <a:t>100%</a:t>
            </a:r>
          </a:p>
        </p:txBody>
      </p:sp>
      <p:sp>
        <p:nvSpPr>
          <p:cNvPr id="210" name="Persuasive stats to make you nod your head."/>
          <p:cNvSpPr txBox="1">
            <a:spLocks noGrp="1"/>
          </p:cNvSpPr>
          <p:nvPr>
            <p:ph type="body" sz="quarter" idx="27"/>
          </p:nvPr>
        </p:nvSpPr>
        <p:spPr>
          <a:xfrm>
            <a:off x="15289410" y="7359560"/>
            <a:ext cx="6085577" cy="434341"/>
          </a:xfrm>
          <a:prstGeom prst="rect">
            <a:avLst/>
          </a:prstGeom>
        </p:spPr>
        <p:txBody>
          <a:bodyPr lIns="0" tIns="0" rIns="0" bIns="0">
            <a:noAutofit/>
          </a:bodyPr>
          <a:lstStyle>
            <a:lvl1pPr marL="0" indent="0" algn="ctr">
              <a:buSzTx/>
              <a:buNone/>
            </a:lvl1pPr>
          </a:lstStyle>
          <a:p>
            <a:r>
              <a:t>Persuasive stats to make you nod your head.</a:t>
            </a:r>
          </a:p>
        </p:txBody>
      </p:sp>
      <p:sp>
        <p:nvSpPr>
          <p:cNvPr id="211" name="25+"/>
          <p:cNvSpPr txBox="1">
            <a:spLocks noGrp="1"/>
          </p:cNvSpPr>
          <p:nvPr>
            <p:ph type="body" sz="quarter" idx="28"/>
          </p:nvPr>
        </p:nvSpPr>
        <p:spPr>
          <a:xfrm>
            <a:off x="3051297" y="9055819"/>
            <a:ext cx="6085577" cy="1938720"/>
          </a:xfrm>
          <a:prstGeom prst="rect">
            <a:avLst/>
          </a:prstGeom>
        </p:spPr>
        <p:txBody>
          <a:bodyPr lIns="0" tIns="0" rIns="0" bIns="0">
            <a:noAutofit/>
          </a:bodyPr>
          <a:lstStyle>
            <a:lvl1pPr marL="0" indent="0" algn="ctr" defTabSz="309563">
              <a:lnSpc>
                <a:spcPct val="110000"/>
              </a:lnSpc>
              <a:spcBef>
                <a:spcPts val="0"/>
              </a:spcBef>
              <a:buSzTx/>
              <a:buNone/>
              <a:defRPr sz="12000" spc="-599" baseline="405">
                <a:solidFill>
                  <a:schemeClr val="accent6">
                    <a:hueOff val="-3600000"/>
                    <a:lumOff val="68200"/>
                  </a:schemeClr>
                </a:solidFill>
                <a:latin typeface="+mn-lt"/>
                <a:ea typeface="+mn-ea"/>
                <a:cs typeface="+mn-cs"/>
                <a:sym typeface="PP Object Sans Bold"/>
              </a:defRPr>
            </a:lvl1pPr>
          </a:lstStyle>
          <a:p>
            <a:r>
              <a:t>25+</a:t>
            </a:r>
          </a:p>
        </p:txBody>
      </p:sp>
      <p:sp>
        <p:nvSpPr>
          <p:cNvPr id="212" name="Legal age to rent a car."/>
          <p:cNvSpPr txBox="1">
            <a:spLocks noGrp="1"/>
          </p:cNvSpPr>
          <p:nvPr>
            <p:ph type="body" sz="quarter" idx="29"/>
          </p:nvPr>
        </p:nvSpPr>
        <p:spPr>
          <a:xfrm>
            <a:off x="3051297" y="11083840"/>
            <a:ext cx="6085577" cy="725922"/>
          </a:xfrm>
          <a:prstGeom prst="rect">
            <a:avLst/>
          </a:prstGeom>
        </p:spPr>
        <p:txBody>
          <a:bodyPr lIns="0" tIns="0" rIns="0" bIns="0">
            <a:noAutofit/>
          </a:bodyPr>
          <a:lstStyle>
            <a:lvl1pPr marL="0" indent="0" algn="ctr">
              <a:buSzTx/>
              <a:buNone/>
              <a:defRPr>
                <a:solidFill>
                  <a:schemeClr val="accent6">
                    <a:hueOff val="-3600000"/>
                    <a:lumOff val="68200"/>
                  </a:schemeClr>
                </a:solidFill>
              </a:defRPr>
            </a:lvl1pPr>
          </a:lstStyle>
          <a:p>
            <a:r>
              <a:t>Legal age to rent a car.</a:t>
            </a:r>
          </a:p>
        </p:txBody>
      </p:sp>
      <p:sp>
        <p:nvSpPr>
          <p:cNvPr id="213"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solidFill>
                  <a:schemeClr val="accent6">
                    <a:hueOff val="-3600000"/>
                    <a:lumOff val="68200"/>
                  </a:schemeClr>
                </a:solidFill>
              </a:defRPr>
            </a:lvl1pPr>
          </a:lstStyle>
          <a:p>
            <a:r>
              <a:t>© Critical Mass Inc. All Rights Reserved.</a:t>
            </a:r>
          </a:p>
        </p:txBody>
      </p:sp>
      <p:sp>
        <p:nvSpPr>
          <p:cNvPr id="214"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cept With Copy - Light ">
    <p:spTree>
      <p:nvGrpSpPr>
        <p:cNvPr id="1" name=""/>
        <p:cNvGrpSpPr/>
        <p:nvPr/>
      </p:nvGrpSpPr>
      <p:grpSpPr>
        <a:xfrm>
          <a:off x="0" y="0"/>
          <a:ext cx="0" cy="0"/>
          <a:chOff x="0" y="0"/>
          <a:chExt cx="0" cy="0"/>
        </a:xfrm>
      </p:grpSpPr>
      <p:sp>
        <p:nvSpPr>
          <p:cNvPr id="221"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lvl1pPr>
          </a:lstStyle>
          <a:p>
            <a:r>
              <a:t>© Critical Mass Inc. All Rights Reserved.</a:t>
            </a:r>
          </a:p>
        </p:txBody>
      </p:sp>
      <p:sp>
        <p:nvSpPr>
          <p:cNvPr id="222"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p>
            <a:fld id="{86CB4B4D-7CA3-9044-876B-883B54F8677D}" type="slidenum">
              <a:t>‹Nº›</a:t>
            </a:fld>
            <a:endParaRPr/>
          </a:p>
        </p:txBody>
      </p:sp>
      <p:sp>
        <p:nvSpPr>
          <p:cNvPr id="223" name="Keep going and keep growing."/>
          <p:cNvSpPr txBox="1">
            <a:spLocks noGrp="1"/>
          </p:cNvSpPr>
          <p:nvPr>
            <p:ph type="body" sz="quarter" idx="21"/>
          </p:nvPr>
        </p:nvSpPr>
        <p:spPr>
          <a:xfrm>
            <a:off x="1141985" y="5147143"/>
            <a:ext cx="6280299" cy="1233622"/>
          </a:xfrm>
          <a:prstGeom prst="rect">
            <a:avLst/>
          </a:prstGeom>
        </p:spPr>
        <p:txBody>
          <a:bodyPr lIns="0" tIns="0" rIns="0" bIns="0">
            <a:noAutofit/>
          </a:bodyPr>
          <a:lstStyle>
            <a:lvl1pPr marL="0" indent="0" defTabSz="309563">
              <a:lnSpc>
                <a:spcPct val="100000"/>
              </a:lnSpc>
              <a:spcBef>
                <a:spcPts val="0"/>
              </a:spcBef>
              <a:buSzTx/>
              <a:buNone/>
              <a:defRPr sz="3000" spc="-59" baseline="1622">
                <a:solidFill>
                  <a:schemeClr val="accent1">
                    <a:lumOff val="6862"/>
                  </a:schemeClr>
                </a:solidFill>
                <a:latin typeface="+mn-lt"/>
                <a:ea typeface="+mn-ea"/>
                <a:cs typeface="+mn-cs"/>
                <a:sym typeface="PP Object Sans Bold"/>
              </a:defRPr>
            </a:lvl1pPr>
          </a:lstStyle>
          <a:p>
            <a:r>
              <a:t>Keep going and keep growing.</a:t>
            </a:r>
          </a:p>
        </p:txBody>
      </p:sp>
      <p:sp>
        <p:nvSpPr>
          <p:cNvPr id="224" name="Pack it up, pack it in, let me begin. I came to win, battle me that's a sin.  I won't ever slack up, punk you better back up. Try and play the role and yo the whole crew'll act up. Get up, stand up (c'mon!) see'mon throw your hands up. If you've got the "/>
          <p:cNvSpPr txBox="1">
            <a:spLocks noGrp="1"/>
          </p:cNvSpPr>
          <p:nvPr>
            <p:ph type="body" sz="half" idx="22"/>
          </p:nvPr>
        </p:nvSpPr>
        <p:spPr>
          <a:xfrm>
            <a:off x="8893466" y="5147143"/>
            <a:ext cx="13973089" cy="5523427"/>
          </a:xfrm>
          <a:prstGeom prst="rect">
            <a:avLst/>
          </a:prstGeom>
        </p:spPr>
        <p:txBody>
          <a:bodyPr lIns="0" tIns="0" rIns="0" bIns="0">
            <a:noAutofit/>
          </a:bodyPr>
          <a:lstStyle/>
          <a:p>
            <a:pPr marL="0" indent="0">
              <a:lnSpc>
                <a:spcPct val="130000"/>
              </a:lnSpc>
              <a:spcBef>
                <a:spcPts val="2300"/>
              </a:spcBef>
              <a:buSzTx/>
              <a:buNone/>
              <a:defRPr sz="2200"/>
            </a:pPr>
            <a:r>
              <a:t>Pack it up, pack it in, let me begin. I came to win, battle me that's a sin. </a:t>
            </a:r>
            <a:br/>
            <a:r>
              <a:t>I won't ever slack up, punk you better back up. Try and play the role and yo the whole crew'll act up. Get up, stand up (c'mon!) see'mon throw your hands up. If you've got the feeling, jump across the ceiling. Muggs lifts a funk flow, someone's talking junk. Yo I bust him in the eye, and then I'll take the punk's hoe. Feelin', funkin', amps in the trunk and I got more rhymes. Than there's cops at a Dunkin' Donuts shop. Sho' nuff, I got props. From the kids on the hill plus my mom and my pops. I came to get down, I came to get down. So get out your seat and jump around! Jump around!</a:t>
            </a:r>
          </a:p>
        </p:txBody>
      </p:sp>
      <p:sp>
        <p:nvSpPr>
          <p:cNvPr id="225" name="Presentation Title  Section of the presentation"/>
          <p:cNvSpPr txBox="1">
            <a:spLocks noGrp="1"/>
          </p:cNvSpPr>
          <p:nvPr>
            <p:ph type="body" sz="quarter" idx="23"/>
          </p:nvPr>
        </p:nvSpPr>
        <p:spPr>
          <a:xfrm>
            <a:off x="1144241" y="1011799"/>
            <a:ext cx="5081076" cy="266701"/>
          </a:xfrm>
          <a:prstGeom prst="rect">
            <a:avLst/>
          </a:prstGeom>
        </p:spPr>
        <p:txBody>
          <a:bodyPr lIns="0" tIns="0" rIns="0" bIns="0">
            <a:spAutoFit/>
          </a:bodyPr>
          <a:lstStyle/>
          <a:p>
            <a:pPr marL="0" indent="0">
              <a:buSzTx/>
              <a:buNone/>
              <a:defRPr sz="1600"/>
            </a:pPr>
            <a:r>
              <a:rPr>
                <a:latin typeface="+mn-lt"/>
                <a:ea typeface="+mn-ea"/>
                <a:cs typeface="+mn-cs"/>
                <a:sym typeface="PP Object Sans Bold"/>
              </a:rPr>
              <a:t>Presentation Title </a:t>
            </a:r>
            <a:r>
              <a:t> Section of the presentation </a:t>
            </a: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hank You - Dark">
    <p:bg>
      <p:bgPr>
        <a:solidFill>
          <a:schemeClr val="accent1">
            <a:lumOff val="6862"/>
          </a:schemeClr>
        </a:solidFill>
        <a:effectLst/>
      </p:bgPr>
    </p:bg>
    <p:spTree>
      <p:nvGrpSpPr>
        <p:cNvPr id="1" name=""/>
        <p:cNvGrpSpPr/>
        <p:nvPr/>
      </p:nvGrpSpPr>
      <p:grpSpPr>
        <a:xfrm>
          <a:off x="0" y="0"/>
          <a:ext cx="0" cy="0"/>
          <a:chOff x="0" y="0"/>
          <a:chExt cx="0" cy="0"/>
        </a:xfrm>
      </p:grpSpPr>
      <p:sp>
        <p:nvSpPr>
          <p:cNvPr id="327" name="GettyImages-1348117244.jpg"/>
          <p:cNvSpPr>
            <a:spLocks noGrp="1"/>
          </p:cNvSpPr>
          <p:nvPr>
            <p:ph type="pic" idx="21"/>
          </p:nvPr>
        </p:nvSpPr>
        <p:spPr>
          <a:xfrm>
            <a:off x="0" y="-1396111"/>
            <a:ext cx="24384000" cy="24384001"/>
          </a:xfrm>
          <a:prstGeom prst="rect">
            <a:avLst/>
          </a:prstGeom>
        </p:spPr>
        <p:txBody>
          <a:bodyPr lIns="91439" tIns="45719" rIns="91439" bIns="45719">
            <a:noAutofit/>
          </a:bodyPr>
          <a:lstStyle/>
          <a:p>
            <a:endParaRPr/>
          </a:p>
        </p:txBody>
      </p:sp>
      <p:sp>
        <p:nvSpPr>
          <p:cNvPr id="328" name="Thank you"/>
          <p:cNvSpPr txBox="1"/>
          <p:nvPr/>
        </p:nvSpPr>
        <p:spPr>
          <a:xfrm>
            <a:off x="-252384" y="-173018"/>
            <a:ext cx="26604851" cy="90796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defTabSz="2438338">
              <a:lnSpc>
                <a:spcPct val="90000"/>
              </a:lnSpc>
              <a:spcBef>
                <a:spcPts val="100"/>
              </a:spcBef>
              <a:defRPr sz="80000" cap="all" spc="-1600" baseline="0">
                <a:solidFill>
                  <a:schemeClr val="accent5">
                    <a:hueOff val="-90000"/>
                    <a:satOff val="18128"/>
                    <a:lumOff val="3921"/>
                  </a:schemeClr>
                </a:solidFill>
                <a:latin typeface="+mj-lt"/>
                <a:ea typeface="+mj-ea"/>
                <a:cs typeface="+mj-cs"/>
                <a:sym typeface="Compacta Std"/>
              </a:defRPr>
            </a:lvl1pPr>
          </a:lstStyle>
          <a:p>
            <a:r>
              <a:t>Thank you</a:t>
            </a:r>
          </a:p>
        </p:txBody>
      </p:sp>
      <p:pic>
        <p:nvPicPr>
          <p:cNvPr id="329" name="Image" descr="Image"/>
          <p:cNvPicPr>
            <a:picLocks noChangeAspect="1"/>
          </p:cNvPicPr>
          <p:nvPr/>
        </p:nvPicPr>
        <p:blipFill>
          <a:blip r:embed="rId2"/>
          <a:stretch>
            <a:fillRect/>
          </a:stretch>
        </p:blipFill>
        <p:spPr>
          <a:xfrm>
            <a:off x="20617929" y="11663095"/>
            <a:ext cx="2237260" cy="284622"/>
          </a:xfrm>
          <a:prstGeom prst="rect">
            <a:avLst/>
          </a:prstGeom>
          <a:ln w="12700">
            <a:miter lim="400000"/>
          </a:ln>
        </p:spPr>
      </p:pic>
      <p:sp>
        <p:nvSpPr>
          <p:cNvPr id="330"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solidFill>
                  <a:schemeClr val="accent5">
                    <a:hueOff val="-90000"/>
                    <a:satOff val="18128"/>
                    <a:lumOff val="3921"/>
                  </a:schemeClr>
                </a:solidFill>
              </a:defRPr>
            </a:lvl1pPr>
          </a:lstStyle>
          <a:p>
            <a:r>
              <a:t>© Critical Mass Inc. All Rights Reserved.</a:t>
            </a:r>
          </a:p>
        </p:txBody>
      </p:sp>
      <p:sp>
        <p:nvSpPr>
          <p:cNvPr id="331" name="Chris Gokiert…"/>
          <p:cNvSpPr txBox="1">
            <a:spLocks noGrp="1"/>
          </p:cNvSpPr>
          <p:nvPr>
            <p:ph type="body" sz="quarter" idx="22"/>
          </p:nvPr>
        </p:nvSpPr>
        <p:spPr>
          <a:xfrm>
            <a:off x="1523679" y="10507915"/>
            <a:ext cx="3357060" cy="1486155"/>
          </a:xfrm>
          <a:prstGeom prst="rect">
            <a:avLst/>
          </a:prstGeom>
        </p:spPr>
        <p:txBody>
          <a:bodyPr lIns="0" tIns="0" rIns="0" bIns="0" anchor="b">
            <a:noAutofit/>
          </a:bodyPr>
          <a:lstStyle/>
          <a:p>
            <a:pPr marL="0" indent="0">
              <a:lnSpc>
                <a:spcPct val="80000"/>
              </a:lnSpc>
              <a:spcBef>
                <a:spcPts val="1000"/>
              </a:spcBef>
              <a:buSzTx/>
              <a:buNone/>
              <a:defRPr>
                <a:solidFill>
                  <a:schemeClr val="accent5">
                    <a:hueOff val="-90000"/>
                    <a:satOff val="18128"/>
                    <a:lumOff val="3921"/>
                  </a:schemeClr>
                </a:solidFill>
                <a:latin typeface="+mn-lt"/>
                <a:ea typeface="+mn-ea"/>
                <a:cs typeface="+mn-cs"/>
                <a:sym typeface="PP Object Sans Bold"/>
              </a:defRPr>
            </a:pPr>
            <a:r>
              <a:t>Chris Gokiert</a:t>
            </a:r>
          </a:p>
          <a:p>
            <a:pPr marL="0" indent="0">
              <a:lnSpc>
                <a:spcPct val="80000"/>
              </a:lnSpc>
              <a:spcBef>
                <a:spcPts val="500"/>
              </a:spcBef>
              <a:buSzTx/>
              <a:buNone/>
              <a:defRPr sz="1400">
                <a:solidFill>
                  <a:schemeClr val="accent5">
                    <a:hueOff val="-90000"/>
                    <a:satOff val="18128"/>
                    <a:lumOff val="3921"/>
                  </a:schemeClr>
                </a:solidFill>
              </a:defRPr>
            </a:pPr>
            <a:r>
              <a:t>Chief Executive Officer</a:t>
            </a:r>
          </a:p>
          <a:p>
            <a:pPr marL="0" indent="0">
              <a:lnSpc>
                <a:spcPct val="80000"/>
              </a:lnSpc>
              <a:spcBef>
                <a:spcPts val="500"/>
              </a:spcBef>
              <a:buSzTx/>
              <a:buNone/>
              <a:defRPr sz="1400">
                <a:solidFill>
                  <a:schemeClr val="accent5">
                    <a:hueOff val="-90000"/>
                    <a:satOff val="18128"/>
                    <a:lumOff val="3921"/>
                  </a:schemeClr>
                </a:solidFill>
              </a:defRPr>
            </a:pPr>
            <a:r>
              <a:t>chrisg@criticalmass.com</a:t>
            </a:r>
          </a:p>
          <a:p>
            <a:pPr marL="0" indent="0">
              <a:lnSpc>
                <a:spcPct val="80000"/>
              </a:lnSpc>
              <a:spcBef>
                <a:spcPts val="500"/>
              </a:spcBef>
              <a:buSzTx/>
              <a:buNone/>
              <a:defRPr sz="1400">
                <a:solidFill>
                  <a:schemeClr val="accent5">
                    <a:hueOff val="-90000"/>
                    <a:satOff val="18128"/>
                    <a:lumOff val="3921"/>
                  </a:schemeClr>
                </a:solidFill>
              </a:defRPr>
            </a:pPr>
            <a:r>
              <a:t>+1 403 560 0315</a:t>
            </a:r>
          </a:p>
        </p:txBody>
      </p:sp>
      <p:sp>
        <p:nvSpPr>
          <p:cNvPr id="332" name="Slide Number"/>
          <p:cNvSpPr txBox="1">
            <a:spLocks noGrp="1"/>
          </p:cNvSpPr>
          <p:nvPr>
            <p:ph type="sldNum" sz="quarter" idx="2"/>
          </p:nvPr>
        </p:nvSpPr>
        <p:spPr>
          <a:xfrm>
            <a:off x="12218015" y="12773496"/>
            <a:ext cx="311138" cy="292101"/>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Blank Canvas - Eggshell">
    <p:spTree>
      <p:nvGrpSpPr>
        <p:cNvPr id="1" name=""/>
        <p:cNvGrpSpPr/>
        <p:nvPr/>
      </p:nvGrpSpPr>
      <p:grpSpPr>
        <a:xfrm>
          <a:off x="0" y="0"/>
          <a:ext cx="0" cy="0"/>
          <a:chOff x="0" y="0"/>
          <a:chExt cx="0" cy="0"/>
        </a:xfrm>
      </p:grpSpPr>
      <p:sp>
        <p:nvSpPr>
          <p:cNvPr id="339"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p>
            <a:fld id="{86CB4B4D-7CA3-9044-876B-883B54F8677D}" type="slidenum">
              <a:t>‹Nº›</a:t>
            </a:fld>
            <a:endParaRPr/>
          </a:p>
        </p:txBody>
      </p:sp>
      <p:sp>
        <p:nvSpPr>
          <p:cNvPr id="340"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lvl1pPr>
          </a:lstStyle>
          <a:p>
            <a:r>
              <a:t>© Critical Mass Inc. All Rights Reserved.</a:t>
            </a: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Blank Canvas - Dark">
    <p:bg>
      <p:bgPr>
        <a:solidFill>
          <a:schemeClr val="accent6">
            <a:lumOff val="-31799"/>
          </a:schemeClr>
        </a:solidFill>
        <a:effectLst/>
      </p:bgPr>
    </p:bg>
    <p:spTree>
      <p:nvGrpSpPr>
        <p:cNvPr id="1" name=""/>
        <p:cNvGrpSpPr/>
        <p:nvPr/>
      </p:nvGrpSpPr>
      <p:grpSpPr>
        <a:xfrm>
          <a:off x="0" y="0"/>
          <a:ext cx="0" cy="0"/>
          <a:chOff x="0" y="0"/>
          <a:chExt cx="0" cy="0"/>
        </a:xfrm>
      </p:grpSpPr>
      <p:sp>
        <p:nvSpPr>
          <p:cNvPr id="347"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lvl1pPr>
              <a:defRPr>
                <a:solidFill>
                  <a:schemeClr val="accent5">
                    <a:hueOff val="-90000"/>
                    <a:satOff val="18128"/>
                    <a:lumOff val="3921"/>
                  </a:schemeClr>
                </a:solidFill>
              </a:defRPr>
            </a:lvl1pPr>
          </a:lstStyle>
          <a:p>
            <a:fld id="{86CB4B4D-7CA3-9044-876B-883B54F8677D}" type="slidenum">
              <a:t>‹Nº›</a:t>
            </a:fld>
            <a:endParaRPr/>
          </a:p>
        </p:txBody>
      </p:sp>
      <p:sp>
        <p:nvSpPr>
          <p:cNvPr id="348"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solidFill>
                  <a:schemeClr val="accent5">
                    <a:hueOff val="-90000"/>
                    <a:satOff val="18128"/>
                    <a:lumOff val="3921"/>
                  </a:schemeClr>
                </a:solidFill>
              </a:defRPr>
            </a:lvl1pPr>
          </a:lstStyle>
          <a:p>
            <a:r>
              <a:t>© Critical Mass Inc. All Rights Reserved.</a:t>
            </a: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Blank Canvas - Rorange">
    <p:bg>
      <p:bgPr>
        <a:solidFill>
          <a:schemeClr val="accent1">
            <a:lumOff val="6862"/>
          </a:schemeClr>
        </a:solidFill>
        <a:effectLst/>
      </p:bgPr>
    </p:bg>
    <p:spTree>
      <p:nvGrpSpPr>
        <p:cNvPr id="1" name=""/>
        <p:cNvGrpSpPr/>
        <p:nvPr/>
      </p:nvGrpSpPr>
      <p:grpSpPr>
        <a:xfrm>
          <a:off x="0" y="0"/>
          <a:ext cx="0" cy="0"/>
          <a:chOff x="0" y="0"/>
          <a:chExt cx="0" cy="0"/>
        </a:xfrm>
      </p:grpSpPr>
      <p:sp>
        <p:nvSpPr>
          <p:cNvPr id="355"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lvl1pPr>
              <a:defRPr>
                <a:solidFill>
                  <a:schemeClr val="accent5">
                    <a:hueOff val="-90000"/>
                    <a:satOff val="18128"/>
                    <a:lumOff val="3921"/>
                  </a:schemeClr>
                </a:solidFill>
              </a:defRPr>
            </a:lvl1pPr>
          </a:lstStyle>
          <a:p>
            <a:fld id="{86CB4B4D-7CA3-9044-876B-883B54F8677D}" type="slidenum">
              <a:t>‹Nº›</a:t>
            </a:fld>
            <a:endParaRPr/>
          </a:p>
        </p:txBody>
      </p:sp>
      <p:sp>
        <p:nvSpPr>
          <p:cNvPr id="356"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solidFill>
                  <a:schemeClr val="accent5">
                    <a:hueOff val="-90000"/>
                    <a:satOff val="18128"/>
                    <a:lumOff val="3921"/>
                  </a:schemeClr>
                </a:solidFill>
              </a:defRPr>
            </a:lvl1pPr>
          </a:lstStyle>
          <a:p>
            <a:r>
              <a:t>© Critical Mass Inc. All Rights Reserved.</a:t>
            </a: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Blank Canvas - Blue">
    <p:bg>
      <p:bgPr>
        <a:solidFill>
          <a:schemeClr val="accent2">
            <a:lumOff val="7683"/>
          </a:schemeClr>
        </a:solidFill>
        <a:effectLst/>
      </p:bgPr>
    </p:bg>
    <p:spTree>
      <p:nvGrpSpPr>
        <p:cNvPr id="1" name=""/>
        <p:cNvGrpSpPr/>
        <p:nvPr/>
      </p:nvGrpSpPr>
      <p:grpSpPr>
        <a:xfrm>
          <a:off x="0" y="0"/>
          <a:ext cx="0" cy="0"/>
          <a:chOff x="0" y="0"/>
          <a:chExt cx="0" cy="0"/>
        </a:xfrm>
      </p:grpSpPr>
      <p:sp>
        <p:nvSpPr>
          <p:cNvPr id="363"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lvl1pPr>
              <a:defRPr>
                <a:solidFill>
                  <a:schemeClr val="accent5">
                    <a:hueOff val="-90000"/>
                    <a:satOff val="18128"/>
                    <a:lumOff val="3921"/>
                  </a:schemeClr>
                </a:solidFill>
              </a:defRPr>
            </a:lvl1pPr>
          </a:lstStyle>
          <a:p>
            <a:fld id="{86CB4B4D-7CA3-9044-876B-883B54F8677D}" type="slidenum">
              <a:t>‹Nº›</a:t>
            </a:fld>
            <a:endParaRPr/>
          </a:p>
        </p:txBody>
      </p:sp>
      <p:sp>
        <p:nvSpPr>
          <p:cNvPr id="364"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solidFill>
                  <a:schemeClr val="accent5">
                    <a:hueOff val="-90000"/>
                    <a:satOff val="18128"/>
                    <a:lumOff val="3921"/>
                  </a:schemeClr>
                </a:solidFill>
              </a:defRPr>
            </a:lvl1pPr>
          </a:lstStyle>
          <a:p>
            <a:r>
              <a:t>© Critical Mass Inc. All Rights Reserved.</a:t>
            </a: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Blank Canvas - Light  Blue">
    <p:bg>
      <p:bgPr>
        <a:solidFill>
          <a:schemeClr val="accent3">
            <a:satOff val="3391"/>
            <a:lumOff val="7450"/>
          </a:schemeClr>
        </a:solidFill>
        <a:effectLst/>
      </p:bgPr>
    </p:bg>
    <p:spTree>
      <p:nvGrpSpPr>
        <p:cNvPr id="1" name=""/>
        <p:cNvGrpSpPr/>
        <p:nvPr/>
      </p:nvGrpSpPr>
      <p:grpSpPr>
        <a:xfrm>
          <a:off x="0" y="0"/>
          <a:ext cx="0" cy="0"/>
          <a:chOff x="0" y="0"/>
          <a:chExt cx="0" cy="0"/>
        </a:xfrm>
      </p:grpSpPr>
      <p:sp>
        <p:nvSpPr>
          <p:cNvPr id="371"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p>
            <a:fld id="{86CB4B4D-7CA3-9044-876B-883B54F8677D}" type="slidenum">
              <a:t>‹Nº›</a:t>
            </a:fld>
            <a:endParaRPr/>
          </a:p>
        </p:txBody>
      </p:sp>
      <p:sp>
        <p:nvSpPr>
          <p:cNvPr id="372"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lvl1pPr>
          </a:lstStyle>
          <a:p>
            <a:r>
              <a:t>© Critical Mass Inc. All Rights Reserved.</a:t>
            </a: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Blank Canvas - Blush">
    <p:bg>
      <p:bgPr>
        <a:solidFill>
          <a:schemeClr val="accent4">
            <a:hueOff val="-163636"/>
            <a:satOff val="15384"/>
            <a:lumOff val="3725"/>
          </a:schemeClr>
        </a:solidFill>
        <a:effectLst/>
      </p:bgPr>
    </p:bg>
    <p:spTree>
      <p:nvGrpSpPr>
        <p:cNvPr id="1" name=""/>
        <p:cNvGrpSpPr/>
        <p:nvPr/>
      </p:nvGrpSpPr>
      <p:grpSpPr>
        <a:xfrm>
          <a:off x="0" y="0"/>
          <a:ext cx="0" cy="0"/>
          <a:chOff x="0" y="0"/>
          <a:chExt cx="0" cy="0"/>
        </a:xfrm>
      </p:grpSpPr>
      <p:sp>
        <p:nvSpPr>
          <p:cNvPr id="379" name="Slide Number"/>
          <p:cNvSpPr txBox="1">
            <a:spLocks noGrp="1"/>
          </p:cNvSpPr>
          <p:nvPr>
            <p:ph type="sldNum" sz="quarter" idx="2"/>
          </p:nvPr>
        </p:nvSpPr>
        <p:spPr>
          <a:xfrm>
            <a:off x="23241000" y="13081000"/>
            <a:ext cx="1143000" cy="190501"/>
          </a:xfrm>
          <a:prstGeom prst="rect">
            <a:avLst/>
          </a:prstGeom>
        </p:spPr>
        <p:txBody>
          <a:bodyPr wrap="square" lIns="0" tIns="0" rIns="0" bIns="0"/>
          <a:lstStyle/>
          <a:p>
            <a:fld id="{86CB4B4D-7CA3-9044-876B-883B54F8677D}" type="slidenum">
              <a:t>‹Nº›</a:t>
            </a:fld>
            <a:endParaRPr/>
          </a:p>
        </p:txBody>
      </p:sp>
      <p:sp>
        <p:nvSpPr>
          <p:cNvPr id="380"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lvl1pPr>
          </a:lstStyle>
          <a:p>
            <a:r>
              <a:t>© Critical Mass Inc. All Rights Reserved.</a:t>
            </a: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Primary Grid 90 ">
    <p:spTree>
      <p:nvGrpSpPr>
        <p:cNvPr id="1" name=""/>
        <p:cNvGrpSpPr/>
        <p:nvPr/>
      </p:nvGrpSpPr>
      <p:grpSpPr>
        <a:xfrm>
          <a:off x="0" y="0"/>
          <a:ext cx="0" cy="0"/>
          <a:chOff x="0" y="0"/>
          <a:chExt cx="0" cy="0"/>
        </a:xfrm>
      </p:grpSpPr>
      <p:sp>
        <p:nvSpPr>
          <p:cNvPr id="387" name="Critical Mass  Keynote Primary Grid"/>
          <p:cNvSpPr txBox="1">
            <a:spLocks noGrp="1"/>
          </p:cNvSpPr>
          <p:nvPr>
            <p:ph type="body" sz="quarter" idx="21"/>
          </p:nvPr>
        </p:nvSpPr>
        <p:spPr>
          <a:xfrm>
            <a:off x="1139687" y="1143665"/>
            <a:ext cx="5081076" cy="266701"/>
          </a:xfrm>
          <a:prstGeom prst="rect">
            <a:avLst/>
          </a:prstGeom>
        </p:spPr>
        <p:txBody>
          <a:bodyPr lIns="0" tIns="0" rIns="0" bIns="0">
            <a:spAutoFit/>
          </a:bodyPr>
          <a:lstStyle/>
          <a:p>
            <a:pPr marL="0" indent="0">
              <a:buSzTx/>
              <a:buNone/>
              <a:defRPr sz="1600"/>
            </a:pPr>
            <a:r>
              <a:rPr>
                <a:latin typeface="+mn-lt"/>
                <a:ea typeface="+mn-ea"/>
                <a:cs typeface="+mn-cs"/>
                <a:sym typeface="PP Object Sans Bold"/>
              </a:rPr>
              <a:t>Critical Mass</a:t>
            </a:r>
            <a:r>
              <a:t>  Keynote Primary Grid</a:t>
            </a:r>
          </a:p>
        </p:txBody>
      </p:sp>
      <p:sp>
        <p:nvSpPr>
          <p:cNvPr id="388" name="© Critical Mass Inc. All Rights Reserved."/>
          <p:cNvSpPr txBox="1"/>
          <p:nvPr/>
        </p:nvSpPr>
        <p:spPr>
          <a:xfrm>
            <a:off x="425319" y="13102313"/>
            <a:ext cx="276168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lvl1pPr>
          </a:lstStyle>
          <a:p>
            <a:r>
              <a:t>© Critical Mass Inc. All Rights Reserved.</a:t>
            </a:r>
          </a:p>
        </p:txBody>
      </p:sp>
      <p:sp>
        <p:nvSpPr>
          <p:cNvPr id="389" name="Use this 90 px margin grid for custom slides."/>
          <p:cNvSpPr txBox="1"/>
          <p:nvPr/>
        </p:nvSpPr>
        <p:spPr>
          <a:xfrm>
            <a:off x="1139687" y="5939649"/>
            <a:ext cx="17721712" cy="8043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lnSpc>
                <a:spcPct val="110000"/>
              </a:lnSpc>
              <a:defRPr sz="4000" spc="-79" baseline="1216"/>
            </a:lvl1pPr>
          </a:lstStyle>
          <a:p>
            <a:r>
              <a:t>Use this 90 px margin grid for custom slides.</a:t>
            </a:r>
          </a:p>
        </p:txBody>
      </p:sp>
      <p:sp>
        <p:nvSpPr>
          <p:cNvPr id="390" name="⚠️…"/>
          <p:cNvSpPr txBox="1"/>
          <p:nvPr/>
        </p:nvSpPr>
        <p:spPr>
          <a:xfrm>
            <a:off x="1139687" y="7764584"/>
            <a:ext cx="6962718" cy="24057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defTabSz="2438338">
              <a:lnSpc>
                <a:spcPct val="130000"/>
              </a:lnSpc>
              <a:spcBef>
                <a:spcPts val="1000"/>
              </a:spcBef>
              <a:defRPr sz="2300" spc="0" baseline="0"/>
            </a:pPr>
            <a:r>
              <a:t>⚠️  </a:t>
            </a:r>
          </a:p>
          <a:p>
            <a:pPr defTabSz="2438338">
              <a:lnSpc>
                <a:spcPct val="110000"/>
              </a:lnSpc>
              <a:defRPr sz="1400" spc="0" baseline="0"/>
            </a:pPr>
            <a:r>
              <a:rPr i="1">
                <a:solidFill>
                  <a:schemeClr val="accent1">
                    <a:lumOff val="6862"/>
                  </a:schemeClr>
                </a:solidFill>
              </a:rPr>
              <a:t>View</a:t>
            </a:r>
            <a:r>
              <a:rPr i="1"/>
              <a:t>  &gt;  </a:t>
            </a:r>
            <a:r>
              <a:rPr i="1">
                <a:solidFill>
                  <a:schemeClr val="accent1">
                    <a:lumOff val="6862"/>
                  </a:schemeClr>
                </a:solidFill>
              </a:rPr>
              <a:t>Guides</a:t>
            </a:r>
            <a:r>
              <a:rPr i="1"/>
              <a:t>  &gt;  </a:t>
            </a:r>
            <a:r>
              <a:rPr i="1">
                <a:solidFill>
                  <a:schemeClr val="accent1">
                    <a:lumOff val="6862"/>
                  </a:schemeClr>
                </a:solidFill>
              </a:rPr>
              <a:t>Show Slide Layout Guides</a:t>
            </a:r>
          </a:p>
          <a:p>
            <a:pPr defTabSz="2438338">
              <a:lnSpc>
                <a:spcPct val="110000"/>
              </a:lnSpc>
              <a:defRPr sz="1400" spc="0" baseline="0"/>
            </a:pPr>
            <a:r>
              <a:rPr i="1">
                <a:solidFill>
                  <a:schemeClr val="accent1">
                    <a:lumOff val="6862"/>
                  </a:schemeClr>
                </a:solidFill>
              </a:rPr>
              <a:t>View</a:t>
            </a:r>
            <a:r>
              <a:rPr i="1"/>
              <a:t>   &gt; </a:t>
            </a:r>
            <a:r>
              <a:rPr i="1">
                <a:solidFill>
                  <a:schemeClr val="accent1">
                    <a:lumOff val="6862"/>
                  </a:schemeClr>
                </a:solidFill>
              </a:rPr>
              <a:t>Guides</a:t>
            </a:r>
            <a:r>
              <a:rPr i="1"/>
              <a:t>  &gt;  </a:t>
            </a:r>
            <a:r>
              <a:rPr i="1">
                <a:solidFill>
                  <a:schemeClr val="accent1">
                    <a:lumOff val="6862"/>
                  </a:schemeClr>
                </a:solidFill>
              </a:rPr>
              <a:t>Show Guides </a:t>
            </a:r>
          </a:p>
        </p:txBody>
      </p:sp>
      <p:sp>
        <p:nvSpPr>
          <p:cNvPr id="391"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Colours copy 2">
    <p:spTree>
      <p:nvGrpSpPr>
        <p:cNvPr id="1" name=""/>
        <p:cNvGrpSpPr/>
        <p:nvPr/>
      </p:nvGrpSpPr>
      <p:grpSpPr>
        <a:xfrm>
          <a:off x="0" y="0"/>
          <a:ext cx="0" cy="0"/>
          <a:chOff x="0" y="0"/>
          <a:chExt cx="0" cy="0"/>
        </a:xfrm>
      </p:grpSpPr>
      <p:sp>
        <p:nvSpPr>
          <p:cNvPr id="398" name="Critical Mass  Keynote Primary Grid"/>
          <p:cNvSpPr txBox="1">
            <a:spLocks noGrp="1"/>
          </p:cNvSpPr>
          <p:nvPr>
            <p:ph type="body" sz="quarter" idx="21"/>
          </p:nvPr>
        </p:nvSpPr>
        <p:spPr>
          <a:xfrm>
            <a:off x="1139687" y="1143665"/>
            <a:ext cx="5081076" cy="266701"/>
          </a:xfrm>
          <a:prstGeom prst="rect">
            <a:avLst/>
          </a:prstGeom>
        </p:spPr>
        <p:txBody>
          <a:bodyPr lIns="0" tIns="0" rIns="0" bIns="0">
            <a:spAutoFit/>
          </a:bodyPr>
          <a:lstStyle/>
          <a:p>
            <a:pPr marL="0" indent="0">
              <a:buSzTx/>
              <a:buNone/>
              <a:defRPr sz="1600"/>
            </a:pPr>
            <a:r>
              <a:rPr>
                <a:latin typeface="+mn-lt"/>
                <a:ea typeface="+mn-ea"/>
                <a:cs typeface="+mn-cs"/>
                <a:sym typeface="PP Object Sans Bold"/>
              </a:rPr>
              <a:t>Critical Mass</a:t>
            </a:r>
            <a:r>
              <a:t>  Keynote Primary Grid</a:t>
            </a:r>
          </a:p>
        </p:txBody>
      </p:sp>
      <p:sp>
        <p:nvSpPr>
          <p:cNvPr id="399" name="© Critical Mass Inc. All Rights Reserved."/>
          <p:cNvSpPr txBox="1"/>
          <p:nvPr/>
        </p:nvSpPr>
        <p:spPr>
          <a:xfrm>
            <a:off x="425319" y="13102313"/>
            <a:ext cx="276168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lvl1pPr>
          </a:lstStyle>
          <a:p>
            <a:r>
              <a:t>© Critical Mass Inc. All Rights Reserved.</a:t>
            </a:r>
          </a:p>
        </p:txBody>
      </p:sp>
      <p:sp>
        <p:nvSpPr>
          <p:cNvPr id="400" name="Rectangle"/>
          <p:cNvSpPr/>
          <p:nvPr/>
        </p:nvSpPr>
        <p:spPr>
          <a:xfrm>
            <a:off x="0" y="0"/>
            <a:ext cx="24384001" cy="2966709"/>
          </a:xfrm>
          <a:prstGeom prst="rect">
            <a:avLst/>
          </a:prstGeom>
          <a:solidFill>
            <a:schemeClr val="accent6">
              <a:lumOff val="-31799"/>
            </a:schemeClr>
          </a:solidFill>
          <a:ln w="12700">
            <a:miter lim="400000"/>
          </a:ln>
        </p:spPr>
        <p:txBody>
          <a:bodyPr lIns="50800" tIns="50800" rIns="50800" bIns="50800" anchor="ct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pic>
        <p:nvPicPr>
          <p:cNvPr id="401" name="Image" descr="Image"/>
          <p:cNvPicPr>
            <a:picLocks noChangeAspect="1"/>
          </p:cNvPicPr>
          <p:nvPr/>
        </p:nvPicPr>
        <p:blipFill>
          <a:blip r:embed="rId2"/>
          <a:stretch>
            <a:fillRect/>
          </a:stretch>
        </p:blipFill>
        <p:spPr>
          <a:xfrm>
            <a:off x="20523314" y="1143665"/>
            <a:ext cx="2887738" cy="367373"/>
          </a:xfrm>
          <a:prstGeom prst="rect">
            <a:avLst/>
          </a:prstGeom>
          <a:ln w="12700">
            <a:miter lim="400000"/>
          </a:ln>
        </p:spPr>
      </p:pic>
      <p:sp>
        <p:nvSpPr>
          <p:cNvPr id="402" name="Keynote  Typography Styles"/>
          <p:cNvSpPr txBox="1"/>
          <p:nvPr/>
        </p:nvSpPr>
        <p:spPr>
          <a:xfrm>
            <a:off x="1139687" y="1143665"/>
            <a:ext cx="5081076" cy="266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defTabSz="2438338">
              <a:lnSpc>
                <a:spcPct val="140000"/>
              </a:lnSpc>
              <a:spcBef>
                <a:spcPts val="2200"/>
              </a:spcBef>
              <a:defRPr sz="1600" spc="0" baseline="0">
                <a:solidFill>
                  <a:schemeClr val="accent5">
                    <a:hueOff val="-90000"/>
                    <a:satOff val="18128"/>
                    <a:lumOff val="3921"/>
                  </a:schemeClr>
                </a:solidFill>
              </a:defRPr>
            </a:pPr>
            <a:r>
              <a:rPr>
                <a:latin typeface="+mn-lt"/>
                <a:ea typeface="+mn-ea"/>
                <a:cs typeface="+mn-cs"/>
                <a:sym typeface="PP Object Sans Bold"/>
              </a:rPr>
              <a:t>Keynote  </a:t>
            </a:r>
            <a:r>
              <a:t>Typography Styles</a:t>
            </a:r>
          </a:p>
        </p:txBody>
      </p:sp>
      <p:sp>
        <p:nvSpPr>
          <p:cNvPr id="403" name="© Critical Mass Inc. All Rights Reserved."/>
          <p:cNvSpPr txBox="1"/>
          <p:nvPr/>
        </p:nvSpPr>
        <p:spPr>
          <a:xfrm>
            <a:off x="425319" y="13102313"/>
            <a:ext cx="276168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lvl1pPr>
          </a:lstStyle>
          <a:p>
            <a:r>
              <a:t>© Critical Mass Inc. All Rights Reserved.</a:t>
            </a:r>
          </a:p>
        </p:txBody>
      </p:sp>
      <p:sp>
        <p:nvSpPr>
          <p:cNvPr id="404" name="Rectangle"/>
          <p:cNvSpPr/>
          <p:nvPr/>
        </p:nvSpPr>
        <p:spPr>
          <a:xfrm>
            <a:off x="1139687" y="9107492"/>
            <a:ext cx="19434429" cy="3109203"/>
          </a:xfrm>
          <a:prstGeom prst="rect">
            <a:avLst/>
          </a:prstGeom>
          <a:solidFill>
            <a:schemeClr val="accent6">
              <a:lumOff val="-31799"/>
            </a:schemeClr>
          </a:solidFill>
          <a:ln w="12700">
            <a:miter lim="400000"/>
          </a:ln>
        </p:spPr>
        <p:txBody>
          <a:bodyPr lIns="50800" tIns="50800" rIns="50800" bIns="50800" anchor="ct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05" name="Image"/>
          <p:cNvSpPr>
            <a:spLocks noGrp="1"/>
          </p:cNvSpPr>
          <p:nvPr>
            <p:ph type="pic" sz="quarter" idx="22"/>
          </p:nvPr>
        </p:nvSpPr>
        <p:spPr>
          <a:xfrm>
            <a:off x="1139687" y="7101870"/>
            <a:ext cx="6847122" cy="871081"/>
          </a:xfrm>
          <a:prstGeom prst="rect">
            <a:avLst/>
          </a:prstGeom>
        </p:spPr>
        <p:txBody>
          <a:bodyPr lIns="91439" tIns="45719" rIns="91439" bIns="45719">
            <a:noAutofit/>
          </a:bodyPr>
          <a:lstStyle/>
          <a:p>
            <a:endParaRPr/>
          </a:p>
        </p:txBody>
      </p:sp>
      <p:sp>
        <p:nvSpPr>
          <p:cNvPr id="406" name="Image"/>
          <p:cNvSpPr>
            <a:spLocks noGrp="1"/>
          </p:cNvSpPr>
          <p:nvPr>
            <p:ph type="pic" sz="quarter" idx="23"/>
          </p:nvPr>
        </p:nvSpPr>
        <p:spPr>
          <a:xfrm>
            <a:off x="1139687" y="4647716"/>
            <a:ext cx="6847122" cy="871081"/>
          </a:xfrm>
          <a:prstGeom prst="rect">
            <a:avLst/>
          </a:prstGeom>
        </p:spPr>
        <p:txBody>
          <a:bodyPr lIns="91439" tIns="45719" rIns="91439" bIns="45719">
            <a:noAutofit/>
          </a:bodyPr>
          <a:lstStyle/>
          <a:p>
            <a:endParaRPr/>
          </a:p>
        </p:txBody>
      </p:sp>
      <p:sp>
        <p:nvSpPr>
          <p:cNvPr id="407" name="Image"/>
          <p:cNvSpPr>
            <a:spLocks noGrp="1"/>
          </p:cNvSpPr>
          <p:nvPr>
            <p:ph type="pic" sz="quarter" idx="24"/>
          </p:nvPr>
        </p:nvSpPr>
        <p:spPr>
          <a:xfrm>
            <a:off x="1806160" y="10176496"/>
            <a:ext cx="6847136" cy="871081"/>
          </a:xfrm>
          <a:prstGeom prst="rect">
            <a:avLst/>
          </a:prstGeom>
        </p:spPr>
        <p:txBody>
          <a:bodyPr lIns="91439" tIns="45719" rIns="91439" bIns="45719">
            <a:noAutofit/>
          </a:bodyPr>
          <a:lstStyle/>
          <a:p>
            <a:endParaRPr/>
          </a:p>
        </p:txBody>
      </p:sp>
      <p:sp>
        <p:nvSpPr>
          <p:cNvPr id="408" name="Image"/>
          <p:cNvSpPr>
            <a:spLocks noGrp="1"/>
          </p:cNvSpPr>
          <p:nvPr>
            <p:ph type="pic" sz="quarter" idx="25"/>
          </p:nvPr>
        </p:nvSpPr>
        <p:spPr>
          <a:xfrm>
            <a:off x="14097119" y="5169645"/>
            <a:ext cx="1979345" cy="340621"/>
          </a:xfrm>
          <a:prstGeom prst="rect">
            <a:avLst/>
          </a:prstGeom>
        </p:spPr>
        <p:txBody>
          <a:bodyPr lIns="91439" tIns="45719" rIns="91439" bIns="45719">
            <a:noAutofit/>
          </a:bodyPr>
          <a:lstStyle/>
          <a:p>
            <a:endParaRPr/>
          </a:p>
        </p:txBody>
      </p:sp>
      <p:sp>
        <p:nvSpPr>
          <p:cNvPr id="409" name="Image"/>
          <p:cNvSpPr>
            <a:spLocks noGrp="1"/>
          </p:cNvSpPr>
          <p:nvPr>
            <p:ph type="pic" sz="quarter" idx="26"/>
          </p:nvPr>
        </p:nvSpPr>
        <p:spPr>
          <a:xfrm>
            <a:off x="14097119" y="7605965"/>
            <a:ext cx="1979345" cy="340621"/>
          </a:xfrm>
          <a:prstGeom prst="rect">
            <a:avLst/>
          </a:prstGeom>
        </p:spPr>
        <p:txBody>
          <a:bodyPr lIns="91439" tIns="45719" rIns="91439" bIns="45719">
            <a:noAutofit/>
          </a:bodyPr>
          <a:lstStyle/>
          <a:p>
            <a:endParaRPr/>
          </a:p>
        </p:txBody>
      </p:sp>
      <p:sp>
        <p:nvSpPr>
          <p:cNvPr id="410" name="Image"/>
          <p:cNvSpPr>
            <a:spLocks noGrp="1"/>
          </p:cNvSpPr>
          <p:nvPr>
            <p:ph type="pic" sz="quarter" idx="27"/>
          </p:nvPr>
        </p:nvSpPr>
        <p:spPr>
          <a:xfrm>
            <a:off x="10853209" y="5157125"/>
            <a:ext cx="1525667" cy="381030"/>
          </a:xfrm>
          <a:prstGeom prst="rect">
            <a:avLst/>
          </a:prstGeom>
        </p:spPr>
        <p:txBody>
          <a:bodyPr lIns="91439" tIns="45719" rIns="91439" bIns="45719">
            <a:noAutofit/>
          </a:bodyPr>
          <a:lstStyle/>
          <a:p>
            <a:endParaRPr/>
          </a:p>
        </p:txBody>
      </p:sp>
      <p:sp>
        <p:nvSpPr>
          <p:cNvPr id="411" name="Image"/>
          <p:cNvSpPr>
            <a:spLocks noGrp="1"/>
          </p:cNvSpPr>
          <p:nvPr>
            <p:ph type="pic" sz="quarter" idx="28"/>
          </p:nvPr>
        </p:nvSpPr>
        <p:spPr>
          <a:xfrm>
            <a:off x="10853209" y="7614167"/>
            <a:ext cx="1525667" cy="381030"/>
          </a:xfrm>
          <a:prstGeom prst="rect">
            <a:avLst/>
          </a:prstGeom>
        </p:spPr>
        <p:txBody>
          <a:bodyPr lIns="91439" tIns="45719" rIns="91439" bIns="45719">
            <a:noAutofit/>
          </a:bodyPr>
          <a:lstStyle/>
          <a:p>
            <a:endParaRPr/>
          </a:p>
        </p:txBody>
      </p:sp>
      <p:sp>
        <p:nvSpPr>
          <p:cNvPr id="412" name="Image"/>
          <p:cNvSpPr>
            <a:spLocks noGrp="1"/>
          </p:cNvSpPr>
          <p:nvPr>
            <p:ph type="pic" sz="quarter" idx="29"/>
          </p:nvPr>
        </p:nvSpPr>
        <p:spPr>
          <a:xfrm>
            <a:off x="14097151" y="10681555"/>
            <a:ext cx="1979280" cy="340621"/>
          </a:xfrm>
          <a:prstGeom prst="rect">
            <a:avLst/>
          </a:prstGeom>
        </p:spPr>
        <p:txBody>
          <a:bodyPr lIns="91439" tIns="45719" rIns="91439" bIns="45719">
            <a:noAutofit/>
          </a:bodyPr>
          <a:lstStyle/>
          <a:p>
            <a:endParaRPr/>
          </a:p>
        </p:txBody>
      </p:sp>
      <p:sp>
        <p:nvSpPr>
          <p:cNvPr id="413" name="Image"/>
          <p:cNvSpPr>
            <a:spLocks noGrp="1"/>
          </p:cNvSpPr>
          <p:nvPr>
            <p:ph type="pic" sz="quarter" idx="30"/>
          </p:nvPr>
        </p:nvSpPr>
        <p:spPr>
          <a:xfrm>
            <a:off x="10905511" y="10681555"/>
            <a:ext cx="1525666" cy="386013"/>
          </a:xfrm>
          <a:prstGeom prst="rect">
            <a:avLst/>
          </a:prstGeom>
        </p:spPr>
        <p:txBody>
          <a:bodyPr lIns="91439" tIns="45719" rIns="91439" bIns="45719">
            <a:noAutofit/>
          </a:bodyPr>
          <a:lstStyle/>
          <a:p>
            <a:endParaRPr/>
          </a:p>
        </p:txBody>
      </p:sp>
      <p:sp>
        <p:nvSpPr>
          <p:cNvPr id="414" name="Image"/>
          <p:cNvSpPr>
            <a:spLocks noGrp="1"/>
          </p:cNvSpPr>
          <p:nvPr>
            <p:ph type="pic" sz="quarter" idx="31"/>
          </p:nvPr>
        </p:nvSpPr>
        <p:spPr>
          <a:xfrm>
            <a:off x="17329749" y="5127680"/>
            <a:ext cx="1905001" cy="439919"/>
          </a:xfrm>
          <a:prstGeom prst="rect">
            <a:avLst/>
          </a:prstGeom>
        </p:spPr>
        <p:txBody>
          <a:bodyPr lIns="91439" tIns="45719" rIns="91439" bIns="45719">
            <a:noAutofit/>
          </a:bodyPr>
          <a:lstStyle/>
          <a:p>
            <a:endParaRPr/>
          </a:p>
        </p:txBody>
      </p:sp>
      <p:sp>
        <p:nvSpPr>
          <p:cNvPr id="415" name="Image"/>
          <p:cNvSpPr>
            <a:spLocks noGrp="1"/>
          </p:cNvSpPr>
          <p:nvPr>
            <p:ph type="pic" sz="quarter" idx="32"/>
          </p:nvPr>
        </p:nvSpPr>
        <p:spPr>
          <a:xfrm>
            <a:off x="17329749" y="7556265"/>
            <a:ext cx="1905001" cy="439919"/>
          </a:xfrm>
          <a:prstGeom prst="rect">
            <a:avLst/>
          </a:prstGeom>
        </p:spPr>
        <p:txBody>
          <a:bodyPr lIns="91439" tIns="45719" rIns="91439" bIns="45719">
            <a:noAutofit/>
          </a:bodyPr>
          <a:lstStyle/>
          <a:p>
            <a:endParaRPr/>
          </a:p>
        </p:txBody>
      </p:sp>
      <p:sp>
        <p:nvSpPr>
          <p:cNvPr id="416" name="Image"/>
          <p:cNvSpPr>
            <a:spLocks noGrp="1"/>
          </p:cNvSpPr>
          <p:nvPr>
            <p:ph type="pic" sz="quarter" idx="33"/>
          </p:nvPr>
        </p:nvSpPr>
        <p:spPr>
          <a:xfrm>
            <a:off x="17329749" y="10631907"/>
            <a:ext cx="1905001" cy="439919"/>
          </a:xfrm>
          <a:prstGeom prst="rect">
            <a:avLst/>
          </a:prstGeom>
        </p:spPr>
        <p:txBody>
          <a:bodyPr lIns="91439" tIns="45719" rIns="91439" bIns="45719">
            <a:noAutofit/>
          </a:bodyPr>
          <a:lstStyle/>
          <a:p>
            <a:endParaRPr/>
          </a:p>
        </p:txBody>
      </p:sp>
      <p:sp>
        <p:nvSpPr>
          <p:cNvPr id="417"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Colours copy 1">
    <p:spTree>
      <p:nvGrpSpPr>
        <p:cNvPr id="1" name=""/>
        <p:cNvGrpSpPr/>
        <p:nvPr/>
      </p:nvGrpSpPr>
      <p:grpSpPr>
        <a:xfrm>
          <a:off x="0" y="0"/>
          <a:ext cx="0" cy="0"/>
          <a:chOff x="0" y="0"/>
          <a:chExt cx="0" cy="0"/>
        </a:xfrm>
      </p:grpSpPr>
      <p:sp>
        <p:nvSpPr>
          <p:cNvPr id="424" name="© Critical Mass Inc. All Rights Reserved."/>
          <p:cNvSpPr txBox="1"/>
          <p:nvPr/>
        </p:nvSpPr>
        <p:spPr>
          <a:xfrm>
            <a:off x="425319" y="13102313"/>
            <a:ext cx="276168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lvl1pPr>
          </a:lstStyle>
          <a:p>
            <a:r>
              <a:t>© Critical Mass Inc. All Rights Reserved.</a:t>
            </a:r>
          </a:p>
        </p:txBody>
      </p:sp>
      <p:sp>
        <p:nvSpPr>
          <p:cNvPr id="425" name="Rectangle"/>
          <p:cNvSpPr/>
          <p:nvPr/>
        </p:nvSpPr>
        <p:spPr>
          <a:xfrm>
            <a:off x="1139687" y="9096717"/>
            <a:ext cx="3683419" cy="3479274"/>
          </a:xfrm>
          <a:prstGeom prst="rect">
            <a:avLst/>
          </a:prstGeom>
          <a:solidFill>
            <a:schemeClr val="accent6">
              <a:hueOff val="-3600000"/>
              <a:lumOff val="68200"/>
            </a:schemeClr>
          </a:solidFill>
          <a:ln w="12700">
            <a:miter lim="400000"/>
          </a:ln>
        </p:spPr>
        <p:txBody>
          <a:bodyPr lIns="50800" tIns="50800" rIns="50800" bIns="50800" anchor="ct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pic>
        <p:nvPicPr>
          <p:cNvPr id="426" name="Image" descr="Image"/>
          <p:cNvPicPr>
            <a:picLocks noChangeAspect="1"/>
          </p:cNvPicPr>
          <p:nvPr/>
        </p:nvPicPr>
        <p:blipFill>
          <a:blip r:embed="rId2"/>
          <a:stretch>
            <a:fillRect/>
          </a:stretch>
        </p:blipFill>
        <p:spPr>
          <a:xfrm>
            <a:off x="20523314" y="1143665"/>
            <a:ext cx="2887738" cy="367373"/>
          </a:xfrm>
          <a:prstGeom prst="rect">
            <a:avLst/>
          </a:prstGeom>
          <a:ln w="12700">
            <a:miter lim="400000"/>
          </a:ln>
        </p:spPr>
      </p:pic>
      <p:grpSp>
        <p:nvGrpSpPr>
          <p:cNvPr id="429" name="Group"/>
          <p:cNvGrpSpPr/>
          <p:nvPr/>
        </p:nvGrpSpPr>
        <p:grpSpPr>
          <a:xfrm>
            <a:off x="0" y="0"/>
            <a:ext cx="24384001" cy="2966709"/>
            <a:chOff x="0" y="0"/>
            <a:chExt cx="24384000" cy="2966708"/>
          </a:xfrm>
        </p:grpSpPr>
        <p:sp>
          <p:nvSpPr>
            <p:cNvPr id="427" name="Rectangle"/>
            <p:cNvSpPr/>
            <p:nvPr/>
          </p:nvSpPr>
          <p:spPr>
            <a:xfrm>
              <a:off x="0" y="0"/>
              <a:ext cx="24384000" cy="2966709"/>
            </a:xfrm>
            <a:prstGeom prst="rect">
              <a:avLst/>
            </a:prstGeom>
            <a:solidFill>
              <a:schemeClr val="accent6">
                <a:lumOff val="-31799"/>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28" name="Keynote  Colours"/>
            <p:cNvSpPr txBox="1"/>
            <p:nvPr/>
          </p:nvSpPr>
          <p:spPr>
            <a:xfrm>
              <a:off x="1139687" y="1143665"/>
              <a:ext cx="5081076" cy="2667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p>
              <a:pPr defTabSz="2438338">
                <a:lnSpc>
                  <a:spcPct val="140000"/>
                </a:lnSpc>
                <a:spcBef>
                  <a:spcPts val="2200"/>
                </a:spcBef>
                <a:defRPr sz="1600" spc="0" baseline="0">
                  <a:solidFill>
                    <a:schemeClr val="accent5">
                      <a:hueOff val="-90000"/>
                      <a:satOff val="18128"/>
                      <a:lumOff val="3921"/>
                    </a:schemeClr>
                  </a:solidFill>
                </a:defRPr>
              </a:pPr>
              <a:r>
                <a:rPr>
                  <a:latin typeface="+mn-lt"/>
                  <a:ea typeface="+mn-ea"/>
                  <a:cs typeface="+mn-cs"/>
                  <a:sym typeface="PP Object Sans Bold"/>
                </a:rPr>
                <a:t>Keynote  </a:t>
              </a:r>
              <a:r>
                <a:t>Colours</a:t>
              </a:r>
            </a:p>
          </p:txBody>
        </p:sp>
      </p:grpSp>
      <p:sp>
        <p:nvSpPr>
          <p:cNvPr id="430" name="Rectangle"/>
          <p:cNvSpPr/>
          <p:nvPr/>
        </p:nvSpPr>
        <p:spPr>
          <a:xfrm>
            <a:off x="1139687" y="4417528"/>
            <a:ext cx="3238185" cy="1522123"/>
          </a:xfrm>
          <a:prstGeom prst="rect">
            <a:avLst/>
          </a:prstGeom>
          <a:solidFill>
            <a:schemeClr val="accent1">
              <a:lumOff val="6862"/>
            </a:schemeClr>
          </a:solidFill>
          <a:ln w="12700">
            <a:miter lim="400000"/>
          </a:ln>
        </p:spPr>
        <p:txBody>
          <a:bodyPr lIns="50800" tIns="50800" rIns="50800" bIns="50800" anchor="ct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31" name="Rectangle"/>
          <p:cNvSpPr/>
          <p:nvPr/>
        </p:nvSpPr>
        <p:spPr>
          <a:xfrm>
            <a:off x="12351075" y="4468328"/>
            <a:ext cx="3136585" cy="1522122"/>
          </a:xfrm>
          <a:prstGeom prst="rect">
            <a:avLst/>
          </a:prstGeom>
          <a:solidFill>
            <a:schemeClr val="accent5">
              <a:hueOff val="-90000"/>
              <a:satOff val="18128"/>
              <a:lumOff val="3921"/>
            </a:schemeClr>
          </a:solidFill>
          <a:ln w="101600">
            <a:solidFill>
              <a:schemeClr val="accent6">
                <a:hueOff val="-3600000"/>
                <a:lumOff val="68200"/>
              </a:schemeClr>
            </a:solidFill>
            <a:miter lim="400000"/>
          </a:ln>
        </p:spPr>
        <p:txBody>
          <a:bodyPr lIns="50800" tIns="50800" rIns="50800" bIns="50800" anchor="ct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32" name="Rectangle"/>
          <p:cNvSpPr/>
          <p:nvPr/>
        </p:nvSpPr>
        <p:spPr>
          <a:xfrm>
            <a:off x="12300275" y="6356372"/>
            <a:ext cx="3149088" cy="1522122"/>
          </a:xfrm>
          <a:prstGeom prst="rect">
            <a:avLst/>
          </a:prstGeom>
          <a:solidFill>
            <a:schemeClr val="accent6">
              <a:hueOff val="-3600000"/>
              <a:lumOff val="68200"/>
            </a:schemeClr>
          </a:solidFill>
          <a:ln w="12700">
            <a:miter lim="400000"/>
          </a:ln>
        </p:spPr>
        <p:txBody>
          <a:bodyPr lIns="50800" tIns="50800" rIns="50800" bIns="50800" anchor="ct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33" name="These colours are also located in the colours panel.  Please limit yourself to the top row of fill colours."/>
          <p:cNvSpPr txBox="1"/>
          <p:nvPr/>
        </p:nvSpPr>
        <p:spPr>
          <a:xfrm>
            <a:off x="5232151" y="9096717"/>
            <a:ext cx="5967526" cy="698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defTabSz="2438338">
              <a:lnSpc>
                <a:spcPct val="140000"/>
              </a:lnSpc>
              <a:spcBef>
                <a:spcPts val="2200"/>
              </a:spcBef>
              <a:defRPr sz="1800" spc="0" baseline="0"/>
            </a:lvl1pPr>
          </a:lstStyle>
          <a:p>
            <a:r>
              <a:t>These colours are also located in the colours panel.  Please limit yourself to the top row of fill colours.</a:t>
            </a:r>
          </a:p>
        </p:txBody>
      </p:sp>
      <p:grpSp>
        <p:nvGrpSpPr>
          <p:cNvPr id="469" name="Group"/>
          <p:cNvGrpSpPr/>
          <p:nvPr/>
        </p:nvGrpSpPr>
        <p:grpSpPr>
          <a:xfrm>
            <a:off x="1463842" y="9288141"/>
            <a:ext cx="2932051" cy="3052232"/>
            <a:chOff x="0" y="0"/>
            <a:chExt cx="2932050" cy="3052230"/>
          </a:xfrm>
        </p:grpSpPr>
        <p:sp>
          <p:nvSpPr>
            <p:cNvPr id="434" name="Square"/>
            <p:cNvSpPr/>
            <p:nvPr/>
          </p:nvSpPr>
          <p:spPr>
            <a:xfrm>
              <a:off x="0" y="0"/>
              <a:ext cx="428035" cy="428035"/>
            </a:xfrm>
            <a:prstGeom prst="rect">
              <a:avLst/>
            </a:prstGeom>
            <a:solidFill>
              <a:schemeClr val="accent1">
                <a:lumOff val="6862"/>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35" name="Square"/>
            <p:cNvSpPr/>
            <p:nvPr/>
          </p:nvSpPr>
          <p:spPr>
            <a:xfrm>
              <a:off x="500803" y="0"/>
              <a:ext cx="428035" cy="428035"/>
            </a:xfrm>
            <a:prstGeom prst="rect">
              <a:avLst/>
            </a:prstGeom>
            <a:solidFill>
              <a:schemeClr val="accent2">
                <a:lumOff val="7683"/>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36" name="Square"/>
            <p:cNvSpPr/>
            <p:nvPr/>
          </p:nvSpPr>
          <p:spPr>
            <a:xfrm>
              <a:off x="1001606" y="0"/>
              <a:ext cx="428036" cy="428035"/>
            </a:xfrm>
            <a:prstGeom prst="rect">
              <a:avLst/>
            </a:prstGeom>
            <a:solidFill>
              <a:schemeClr val="accent3">
                <a:satOff val="3391"/>
                <a:lumOff val="7450"/>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37" name="Square"/>
            <p:cNvSpPr/>
            <p:nvPr/>
          </p:nvSpPr>
          <p:spPr>
            <a:xfrm>
              <a:off x="1502409" y="0"/>
              <a:ext cx="428036" cy="428035"/>
            </a:xfrm>
            <a:prstGeom prst="rect">
              <a:avLst/>
            </a:prstGeom>
            <a:gradFill flip="none" rotWithShape="1">
              <a:gsLst>
                <a:gs pos="0">
                  <a:schemeClr val="accent4">
                    <a:hueOff val="-163636"/>
                    <a:satOff val="15384"/>
                    <a:lumOff val="3725"/>
                  </a:schemeClr>
                </a:gs>
                <a:gs pos="100000">
                  <a:schemeClr val="accent4"/>
                </a:gs>
              </a:gsLst>
              <a:lin ang="2577034" scaled="0"/>
            </a:gra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38" name="Square"/>
            <p:cNvSpPr/>
            <p:nvPr/>
          </p:nvSpPr>
          <p:spPr>
            <a:xfrm>
              <a:off x="2003213" y="0"/>
              <a:ext cx="428035" cy="428035"/>
            </a:xfrm>
            <a:prstGeom prst="rect">
              <a:avLst/>
            </a:prstGeom>
            <a:gradFill flip="none" rotWithShape="1">
              <a:gsLst>
                <a:gs pos="0">
                  <a:schemeClr val="accent5">
                    <a:hueOff val="-90000"/>
                    <a:satOff val="18128"/>
                    <a:lumOff val="3921"/>
                  </a:schemeClr>
                </a:gs>
                <a:gs pos="100000">
                  <a:schemeClr val="accent5"/>
                </a:gs>
              </a:gsLst>
              <a:lin ang="2577034" scaled="0"/>
            </a:gra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39" name="Square"/>
            <p:cNvSpPr/>
            <p:nvPr/>
          </p:nvSpPr>
          <p:spPr>
            <a:xfrm>
              <a:off x="2504015" y="0"/>
              <a:ext cx="428036" cy="428035"/>
            </a:xfrm>
            <a:prstGeom prst="rect">
              <a:avLst/>
            </a:prstGeom>
            <a:solidFill>
              <a:schemeClr val="accent6">
                <a:lumOff val="-31799"/>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40" name="Square"/>
            <p:cNvSpPr/>
            <p:nvPr/>
          </p:nvSpPr>
          <p:spPr>
            <a:xfrm>
              <a:off x="500803" y="500803"/>
              <a:ext cx="428035" cy="428036"/>
            </a:xfrm>
            <a:prstGeom prst="rect">
              <a:avLst/>
            </a:prstGeom>
            <a:solidFill>
              <a:schemeClr val="accent2"/>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2"/>
                  </a:solidFill>
                  <a:latin typeface="+mn-lt"/>
                  <a:ea typeface="+mn-ea"/>
                  <a:cs typeface="+mn-cs"/>
                  <a:sym typeface="PP Object Sans Bold"/>
                </a:defRPr>
              </a:pPr>
              <a:endParaRPr/>
            </a:p>
          </p:txBody>
        </p:sp>
        <p:sp>
          <p:nvSpPr>
            <p:cNvPr id="441" name="Square"/>
            <p:cNvSpPr/>
            <p:nvPr/>
          </p:nvSpPr>
          <p:spPr>
            <a:xfrm>
              <a:off x="0" y="500803"/>
              <a:ext cx="428035" cy="428036"/>
            </a:xfrm>
            <a:prstGeom prst="rect">
              <a:avLst/>
            </a:prstGeom>
            <a:solidFill>
              <a:schemeClr val="accent1"/>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42" name="Square"/>
            <p:cNvSpPr/>
            <p:nvPr/>
          </p:nvSpPr>
          <p:spPr>
            <a:xfrm>
              <a:off x="1502409" y="500803"/>
              <a:ext cx="428036" cy="428036"/>
            </a:xfrm>
            <a:prstGeom prst="rect">
              <a:avLst/>
            </a:prstGeom>
            <a:solidFill>
              <a:schemeClr val="accent4"/>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43" name="Square"/>
            <p:cNvSpPr/>
            <p:nvPr/>
          </p:nvSpPr>
          <p:spPr>
            <a:xfrm>
              <a:off x="2003213" y="500803"/>
              <a:ext cx="428035" cy="428036"/>
            </a:xfrm>
            <a:prstGeom prst="rect">
              <a:avLst/>
            </a:prstGeom>
            <a:solidFill>
              <a:schemeClr val="accent5"/>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44" name="Square"/>
            <p:cNvSpPr/>
            <p:nvPr/>
          </p:nvSpPr>
          <p:spPr>
            <a:xfrm>
              <a:off x="2504015" y="500803"/>
              <a:ext cx="428036" cy="428036"/>
            </a:xfrm>
            <a:prstGeom prst="rect">
              <a:avLst/>
            </a:prstGeom>
            <a:solidFill>
              <a:schemeClr val="accent6"/>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45" name="Square"/>
            <p:cNvSpPr/>
            <p:nvPr/>
          </p:nvSpPr>
          <p:spPr>
            <a:xfrm>
              <a:off x="500803" y="1001606"/>
              <a:ext cx="428035" cy="428036"/>
            </a:xfrm>
            <a:prstGeom prst="rect">
              <a:avLst/>
            </a:prstGeom>
            <a:solidFill>
              <a:schemeClr val="accent2">
                <a:lumOff val="-7647"/>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46" name="Square"/>
            <p:cNvSpPr/>
            <p:nvPr/>
          </p:nvSpPr>
          <p:spPr>
            <a:xfrm>
              <a:off x="0" y="1001606"/>
              <a:ext cx="428035" cy="428036"/>
            </a:xfrm>
            <a:prstGeom prst="rect">
              <a:avLst/>
            </a:prstGeom>
            <a:solidFill>
              <a:schemeClr val="accent1">
                <a:satOff val="2885"/>
                <a:lumOff val="-9999"/>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47" name="Square"/>
            <p:cNvSpPr/>
            <p:nvPr/>
          </p:nvSpPr>
          <p:spPr>
            <a:xfrm>
              <a:off x="1502409" y="1001606"/>
              <a:ext cx="428036" cy="428036"/>
            </a:xfrm>
            <a:prstGeom prst="rect">
              <a:avLst/>
            </a:prstGeom>
            <a:solidFill>
              <a:schemeClr val="accent4">
                <a:hueOff val="73900"/>
                <a:satOff val="6561"/>
                <a:lumOff val="-3137"/>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48" name="Square"/>
            <p:cNvSpPr/>
            <p:nvPr/>
          </p:nvSpPr>
          <p:spPr>
            <a:xfrm>
              <a:off x="2003213" y="1001606"/>
              <a:ext cx="428035" cy="428036"/>
            </a:xfrm>
            <a:prstGeom prst="rect">
              <a:avLst/>
            </a:prstGeom>
            <a:solidFill>
              <a:schemeClr val="accent5">
                <a:hueOff val="-130908"/>
                <a:satOff val="-7017"/>
                <a:lumOff val="-3725"/>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49" name="Square"/>
            <p:cNvSpPr/>
            <p:nvPr/>
          </p:nvSpPr>
          <p:spPr>
            <a:xfrm>
              <a:off x="2504015" y="1001606"/>
              <a:ext cx="428036" cy="428036"/>
            </a:xfrm>
            <a:prstGeom prst="rect">
              <a:avLst/>
            </a:prstGeom>
            <a:solidFill>
              <a:schemeClr val="accent6">
                <a:hueOff val="1800000"/>
                <a:lumOff val="25430"/>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50" name="Square"/>
            <p:cNvSpPr/>
            <p:nvPr/>
          </p:nvSpPr>
          <p:spPr>
            <a:xfrm>
              <a:off x="0" y="1502410"/>
              <a:ext cx="428035" cy="428035"/>
            </a:xfrm>
            <a:prstGeom prst="rect">
              <a:avLst/>
            </a:prstGeom>
            <a:solidFill>
              <a:schemeClr val="accent1">
                <a:satOff val="9821"/>
                <a:lumOff val="-18431"/>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51" name="Square"/>
            <p:cNvSpPr/>
            <p:nvPr/>
          </p:nvSpPr>
          <p:spPr>
            <a:xfrm>
              <a:off x="500803" y="1502410"/>
              <a:ext cx="428035" cy="428035"/>
            </a:xfrm>
            <a:prstGeom prst="rect">
              <a:avLst/>
            </a:prstGeom>
            <a:solidFill>
              <a:schemeClr val="accent2">
                <a:lumOff val="-15294"/>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52" name="Square"/>
            <p:cNvSpPr/>
            <p:nvPr/>
          </p:nvSpPr>
          <p:spPr>
            <a:xfrm>
              <a:off x="1001606" y="1502410"/>
              <a:ext cx="428036" cy="428035"/>
            </a:xfrm>
            <a:prstGeom prst="rect">
              <a:avLst/>
            </a:prstGeom>
            <a:solidFill>
              <a:schemeClr val="accent3">
                <a:satOff val="-2807"/>
                <a:lumOff val="-15294"/>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53" name="Square"/>
            <p:cNvSpPr/>
            <p:nvPr/>
          </p:nvSpPr>
          <p:spPr>
            <a:xfrm>
              <a:off x="1502409" y="2612652"/>
              <a:ext cx="428036" cy="428035"/>
            </a:xfrm>
            <a:prstGeom prst="rect">
              <a:avLst/>
            </a:prstGeom>
            <a:gradFill flip="none" rotWithShape="1">
              <a:gsLst>
                <a:gs pos="0">
                  <a:schemeClr val="accent4">
                    <a:hueOff val="-163636"/>
                    <a:satOff val="15384"/>
                    <a:lumOff val="3725"/>
                  </a:schemeClr>
                </a:gs>
                <a:gs pos="100000">
                  <a:schemeClr val="accent4"/>
                </a:gs>
              </a:gsLst>
              <a:lin ang="2577034" scaled="0"/>
            </a:gra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54" name="Square"/>
            <p:cNvSpPr/>
            <p:nvPr/>
          </p:nvSpPr>
          <p:spPr>
            <a:xfrm>
              <a:off x="2003213" y="1502410"/>
              <a:ext cx="428035" cy="428035"/>
            </a:xfrm>
            <a:prstGeom prst="rect">
              <a:avLst/>
            </a:prstGeom>
            <a:solidFill>
              <a:schemeClr val="accent5">
                <a:hueOff val="-55384"/>
                <a:satOff val="-9432"/>
                <a:lumOff val="-7647"/>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55" name="Square"/>
            <p:cNvSpPr/>
            <p:nvPr/>
          </p:nvSpPr>
          <p:spPr>
            <a:xfrm>
              <a:off x="2504015" y="1502410"/>
              <a:ext cx="428036" cy="428035"/>
            </a:xfrm>
            <a:prstGeom prst="rect">
              <a:avLst/>
            </a:prstGeom>
            <a:solidFill>
              <a:schemeClr val="accent6">
                <a:lumOff val="51803"/>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56" name="Square"/>
            <p:cNvSpPr/>
            <p:nvPr/>
          </p:nvSpPr>
          <p:spPr>
            <a:xfrm>
              <a:off x="1001606" y="500803"/>
              <a:ext cx="428036" cy="428036"/>
            </a:xfrm>
            <a:prstGeom prst="rect">
              <a:avLst/>
            </a:prstGeom>
            <a:solidFill>
              <a:schemeClr val="accent3"/>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57" name="Square"/>
            <p:cNvSpPr/>
            <p:nvPr/>
          </p:nvSpPr>
          <p:spPr>
            <a:xfrm>
              <a:off x="1001606" y="1001606"/>
              <a:ext cx="428036" cy="428036"/>
            </a:xfrm>
            <a:prstGeom prst="rect">
              <a:avLst/>
            </a:prstGeom>
            <a:solidFill>
              <a:schemeClr val="accent3">
                <a:satOff val="-2362"/>
                <a:lumOff val="-7843"/>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58" name="Square"/>
            <p:cNvSpPr/>
            <p:nvPr/>
          </p:nvSpPr>
          <p:spPr>
            <a:xfrm>
              <a:off x="0" y="2624195"/>
              <a:ext cx="428035" cy="428036"/>
            </a:xfrm>
            <a:prstGeom prst="rect">
              <a:avLst/>
            </a:prstGeom>
            <a:gradFill flip="none" rotWithShape="1">
              <a:gsLst>
                <a:gs pos="0">
                  <a:schemeClr val="accent1">
                    <a:lumOff val="6862"/>
                  </a:schemeClr>
                </a:gs>
                <a:gs pos="100000">
                  <a:schemeClr val="accent1"/>
                </a:gs>
              </a:gsLst>
              <a:lin ang="2512725" scaled="0"/>
            </a:gradFill>
            <a:ln w="12700" cap="flat">
              <a:noFill/>
              <a:miter lim="400000"/>
            </a:ln>
            <a:effectLst/>
          </p:spPr>
          <p:txBody>
            <a:bodyPr wrap="square" lIns="50800" tIns="50800" rIns="50800" bIns="50800" numCol="1" anchor="ctr">
              <a:noAutofit/>
            </a:bodyPr>
            <a:lstStyle/>
            <a:p>
              <a:pPr algn="ctr" defTabSz="825500">
                <a:defRPr sz="3200" spc="0" baseline="0">
                  <a:solidFill>
                    <a:srgbClr val="F57046"/>
                  </a:solidFill>
                  <a:latin typeface="+mn-lt"/>
                  <a:ea typeface="+mn-ea"/>
                  <a:cs typeface="+mn-cs"/>
                  <a:sym typeface="PP Object Sans Bold"/>
                </a:defRPr>
              </a:pPr>
              <a:endParaRPr/>
            </a:p>
          </p:txBody>
        </p:sp>
        <p:sp>
          <p:nvSpPr>
            <p:cNvPr id="459" name="Square"/>
            <p:cNvSpPr/>
            <p:nvPr/>
          </p:nvSpPr>
          <p:spPr>
            <a:xfrm>
              <a:off x="500803" y="2612652"/>
              <a:ext cx="428035" cy="428035"/>
            </a:xfrm>
            <a:prstGeom prst="rect">
              <a:avLst/>
            </a:prstGeom>
            <a:gradFill flip="none" rotWithShape="1">
              <a:gsLst>
                <a:gs pos="0">
                  <a:schemeClr val="accent2">
                    <a:lumOff val="7683"/>
                  </a:schemeClr>
                </a:gs>
                <a:gs pos="100000">
                  <a:schemeClr val="accent2"/>
                </a:gs>
              </a:gsLst>
              <a:lin ang="2577034" scaled="0"/>
            </a:gra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60" name="Square"/>
            <p:cNvSpPr/>
            <p:nvPr/>
          </p:nvSpPr>
          <p:spPr>
            <a:xfrm>
              <a:off x="1001606" y="2612652"/>
              <a:ext cx="428036" cy="428035"/>
            </a:xfrm>
            <a:prstGeom prst="rect">
              <a:avLst/>
            </a:prstGeom>
            <a:gradFill flip="none" rotWithShape="1">
              <a:gsLst>
                <a:gs pos="0">
                  <a:schemeClr val="accent3">
                    <a:satOff val="3391"/>
                    <a:lumOff val="7450"/>
                  </a:schemeClr>
                </a:gs>
                <a:gs pos="100000">
                  <a:schemeClr val="accent3"/>
                </a:gs>
              </a:gsLst>
              <a:lin ang="2577034" scaled="0"/>
            </a:gra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61" name="Square"/>
            <p:cNvSpPr/>
            <p:nvPr/>
          </p:nvSpPr>
          <p:spPr>
            <a:xfrm>
              <a:off x="2003213" y="2612652"/>
              <a:ext cx="428035" cy="428035"/>
            </a:xfrm>
            <a:prstGeom prst="rect">
              <a:avLst/>
            </a:prstGeom>
            <a:gradFill flip="none" rotWithShape="1">
              <a:gsLst>
                <a:gs pos="0">
                  <a:schemeClr val="accent5">
                    <a:hueOff val="-90000"/>
                    <a:satOff val="18128"/>
                    <a:lumOff val="3921"/>
                  </a:schemeClr>
                </a:gs>
                <a:gs pos="100000">
                  <a:schemeClr val="accent5"/>
                </a:gs>
              </a:gsLst>
              <a:lin ang="2577034" scaled="0"/>
            </a:gra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62" name="Square"/>
            <p:cNvSpPr/>
            <p:nvPr/>
          </p:nvSpPr>
          <p:spPr>
            <a:xfrm>
              <a:off x="2504015" y="2612652"/>
              <a:ext cx="428036" cy="428035"/>
            </a:xfrm>
            <a:prstGeom prst="rect">
              <a:avLst/>
            </a:prstGeom>
            <a:gradFill flip="none" rotWithShape="1">
              <a:gsLst>
                <a:gs pos="0">
                  <a:schemeClr val="accent6">
                    <a:hueOff val="-3600000"/>
                    <a:lumOff val="68200"/>
                  </a:schemeClr>
                </a:gs>
                <a:gs pos="100000">
                  <a:srgbClr val="EBEFF0"/>
                </a:gs>
              </a:gsLst>
              <a:lin ang="2577034" scaled="0"/>
            </a:gra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63" name="Square"/>
            <p:cNvSpPr/>
            <p:nvPr/>
          </p:nvSpPr>
          <p:spPr>
            <a:xfrm>
              <a:off x="1502409" y="1502410"/>
              <a:ext cx="428036" cy="428035"/>
            </a:xfrm>
            <a:prstGeom prst="rect">
              <a:avLst/>
            </a:prstGeom>
            <a:solidFill>
              <a:schemeClr val="accent4">
                <a:hueOff val="39355"/>
                <a:satOff val="10565"/>
                <a:lumOff val="-6078"/>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64" name="Square"/>
            <p:cNvSpPr/>
            <p:nvPr/>
          </p:nvSpPr>
          <p:spPr>
            <a:xfrm>
              <a:off x="0" y="2003213"/>
              <a:ext cx="428035" cy="428036"/>
            </a:xfrm>
            <a:prstGeom prst="rect">
              <a:avLst/>
            </a:prstGeom>
            <a:solidFill>
              <a:schemeClr val="accent6">
                <a:hueOff val="-3600000"/>
                <a:lumOff val="68200"/>
              </a:schemeClr>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65" name="Square"/>
            <p:cNvSpPr/>
            <p:nvPr/>
          </p:nvSpPr>
          <p:spPr>
            <a:xfrm>
              <a:off x="500803" y="2003213"/>
              <a:ext cx="428035" cy="428036"/>
            </a:xfrm>
            <a:prstGeom prst="rect">
              <a:avLst/>
            </a:prstGeom>
            <a:solidFill>
              <a:srgbClr val="FAFAFA"/>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66" name="Square"/>
            <p:cNvSpPr/>
            <p:nvPr/>
          </p:nvSpPr>
          <p:spPr>
            <a:xfrm>
              <a:off x="1001606" y="2003213"/>
              <a:ext cx="428036" cy="428036"/>
            </a:xfrm>
            <a:prstGeom prst="rect">
              <a:avLst/>
            </a:prstGeom>
            <a:solidFill>
              <a:srgbClr val="EBEBEB"/>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67" name="Square"/>
            <p:cNvSpPr/>
            <p:nvPr/>
          </p:nvSpPr>
          <p:spPr>
            <a:xfrm>
              <a:off x="2003213" y="2003213"/>
              <a:ext cx="428035" cy="428036"/>
            </a:xfrm>
            <a:prstGeom prst="rect">
              <a:avLst/>
            </a:prstGeom>
            <a:solidFill>
              <a:srgbClr val="EBEBEB"/>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68" name="Square"/>
            <p:cNvSpPr/>
            <p:nvPr/>
          </p:nvSpPr>
          <p:spPr>
            <a:xfrm>
              <a:off x="1502409" y="2003213"/>
              <a:ext cx="428036" cy="428036"/>
            </a:xfrm>
            <a:prstGeom prst="rect">
              <a:avLst/>
            </a:prstGeom>
            <a:solidFill>
              <a:srgbClr val="F0F0F0"/>
            </a:solidFill>
            <a:ln w="12700" cap="flat">
              <a:noFill/>
              <a:miter lim="400000"/>
            </a:ln>
            <a:effectLst/>
          </p:spPr>
          <p:txBody>
            <a:bodyPr wrap="square" lIns="50800" tIns="50800" rIns="50800" bIns="50800" numCol="1" anchor="ctr">
              <a:noAutofit/>
            </a:bodyP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grpSp>
      <p:sp>
        <p:nvSpPr>
          <p:cNvPr id="470" name="These are our main brand colours"/>
          <p:cNvSpPr txBox="1"/>
          <p:nvPr/>
        </p:nvSpPr>
        <p:spPr>
          <a:xfrm>
            <a:off x="1139687" y="3541629"/>
            <a:ext cx="7076227" cy="457201"/>
          </a:xfrm>
          <a:prstGeom prst="rect">
            <a:avLst/>
          </a:prstGeom>
          <a:solidFill>
            <a:schemeClr val="accent5">
              <a:hueOff val="-90000"/>
              <a:satOff val="18128"/>
              <a:lumOff val="3921"/>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defTabSz="2438338">
              <a:lnSpc>
                <a:spcPct val="140000"/>
              </a:lnSpc>
              <a:spcBef>
                <a:spcPts val="2200"/>
              </a:spcBef>
              <a:defRPr sz="1800" spc="0" baseline="0"/>
            </a:lvl1pPr>
          </a:lstStyle>
          <a:p>
            <a:r>
              <a:t>These are our main brand colours</a:t>
            </a:r>
          </a:p>
        </p:txBody>
      </p:sp>
      <p:sp>
        <p:nvSpPr>
          <p:cNvPr id="471" name="© Critical Mass Inc. All Rights Reserved."/>
          <p:cNvSpPr txBox="1"/>
          <p:nvPr/>
        </p:nvSpPr>
        <p:spPr>
          <a:xfrm>
            <a:off x="425319" y="13102313"/>
            <a:ext cx="276168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lvl1pPr>
          </a:lstStyle>
          <a:p>
            <a:r>
              <a:t>© Critical Mass Inc. All Rights Reserved.</a:t>
            </a:r>
          </a:p>
        </p:txBody>
      </p:sp>
      <p:sp>
        <p:nvSpPr>
          <p:cNvPr id="472" name="Rectangle"/>
          <p:cNvSpPr/>
          <p:nvPr/>
        </p:nvSpPr>
        <p:spPr>
          <a:xfrm>
            <a:off x="4859883" y="4417528"/>
            <a:ext cx="3238185" cy="1522123"/>
          </a:xfrm>
          <a:prstGeom prst="rect">
            <a:avLst/>
          </a:prstGeom>
          <a:solidFill>
            <a:schemeClr val="accent2">
              <a:lumOff val="7683"/>
            </a:schemeClr>
          </a:solidFill>
          <a:ln w="12700">
            <a:miter lim="400000"/>
          </a:ln>
        </p:spPr>
        <p:txBody>
          <a:bodyPr lIns="50800" tIns="50800" rIns="50800" bIns="50800" anchor="ct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73" name="Rectangle"/>
          <p:cNvSpPr/>
          <p:nvPr/>
        </p:nvSpPr>
        <p:spPr>
          <a:xfrm>
            <a:off x="1139687" y="6356372"/>
            <a:ext cx="3238185" cy="1522122"/>
          </a:xfrm>
          <a:prstGeom prst="rect">
            <a:avLst/>
          </a:prstGeom>
          <a:solidFill>
            <a:srgbClr val="FAE8DF"/>
          </a:solidFill>
          <a:ln w="12700">
            <a:miter lim="400000"/>
          </a:ln>
        </p:spPr>
        <p:txBody>
          <a:bodyPr lIns="50800" tIns="50800" rIns="50800" bIns="50800" anchor="ct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74" name="Rectangle"/>
          <p:cNvSpPr/>
          <p:nvPr/>
        </p:nvSpPr>
        <p:spPr>
          <a:xfrm>
            <a:off x="4859883" y="6356372"/>
            <a:ext cx="3238185" cy="1522122"/>
          </a:xfrm>
          <a:prstGeom prst="rect">
            <a:avLst/>
          </a:prstGeom>
          <a:solidFill>
            <a:schemeClr val="accent3">
              <a:satOff val="3391"/>
              <a:lumOff val="7450"/>
            </a:schemeClr>
          </a:solidFill>
          <a:ln w="12700">
            <a:miter lim="400000"/>
          </a:ln>
        </p:spPr>
        <p:txBody>
          <a:bodyPr lIns="50800" tIns="50800" rIns="50800" bIns="50800" anchor="ct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75" name="Rectangle"/>
          <p:cNvSpPr/>
          <p:nvPr/>
        </p:nvSpPr>
        <p:spPr>
          <a:xfrm>
            <a:off x="8580079" y="4417528"/>
            <a:ext cx="3238184" cy="1522123"/>
          </a:xfrm>
          <a:prstGeom prst="rect">
            <a:avLst/>
          </a:prstGeom>
          <a:solidFill>
            <a:schemeClr val="accent6">
              <a:lumOff val="-31799"/>
            </a:schemeClr>
          </a:solidFill>
          <a:ln w="12700">
            <a:miter lim="400000"/>
          </a:ln>
        </p:spPr>
        <p:txBody>
          <a:bodyPr lIns="50800" tIns="50800" rIns="50800" bIns="50800" anchor="ct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76" name="Rectangle"/>
          <p:cNvSpPr/>
          <p:nvPr/>
        </p:nvSpPr>
        <p:spPr>
          <a:xfrm>
            <a:off x="8580079" y="6356372"/>
            <a:ext cx="3238184" cy="1522122"/>
          </a:xfrm>
          <a:prstGeom prst="rect">
            <a:avLst/>
          </a:prstGeom>
          <a:solidFill>
            <a:schemeClr val="accent6">
              <a:lumOff val="51803"/>
            </a:schemeClr>
          </a:solidFill>
          <a:ln w="12700">
            <a:miter lim="400000"/>
          </a:ln>
        </p:spPr>
        <p:txBody>
          <a:bodyPr lIns="50800" tIns="50800" rIns="50800" bIns="50800" anchor="ctr"/>
          <a:lstStyle/>
          <a:p>
            <a:pPr algn="ctr" defTabSz="825500">
              <a:defRPr sz="3200" spc="0" baseline="0">
                <a:solidFill>
                  <a:schemeClr val="accent6">
                    <a:hueOff val="-3600000"/>
                    <a:lumOff val="68200"/>
                  </a:schemeClr>
                </a:solidFill>
                <a:latin typeface="+mn-lt"/>
                <a:ea typeface="+mn-ea"/>
                <a:cs typeface="+mn-cs"/>
                <a:sym typeface="PP Object Sans Bold"/>
              </a:defRPr>
            </a:pPr>
            <a:endParaRPr/>
          </a:p>
        </p:txBody>
      </p:sp>
      <p:sp>
        <p:nvSpPr>
          <p:cNvPr id="477"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hueOff val="-90000"/>
            <a:satOff val="18128"/>
            <a:lumOff val="3921"/>
          </a:schemeClr>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23"/>
          <a:srcRect l="1548" r="6348"/>
          <a:stretch>
            <a:fillRect/>
          </a:stretch>
        </p:blipFill>
        <p:spPr>
          <a:xfrm>
            <a:off x="0" y="381000"/>
            <a:ext cx="24384000" cy="3391801"/>
          </a:xfrm>
          <a:prstGeom prst="rect">
            <a:avLst/>
          </a:prstGeom>
          <a:ln w="12700">
            <a:miter lim="400000"/>
          </a:ln>
        </p:spPr>
      </p:pic>
      <p:pic>
        <p:nvPicPr>
          <p:cNvPr id="3" name="Canada_World_Lockup_EggShell_RGB.pdf" descr="Canada_World_Lockup_EggShell_RGB.pdf"/>
          <p:cNvPicPr>
            <a:picLocks noChangeAspect="1"/>
          </p:cNvPicPr>
          <p:nvPr/>
        </p:nvPicPr>
        <p:blipFill>
          <a:blip r:embed="rId24"/>
          <a:stretch>
            <a:fillRect/>
          </a:stretch>
        </p:blipFill>
        <p:spPr>
          <a:xfrm>
            <a:off x="20880708" y="4622906"/>
            <a:ext cx="1979279" cy="340621"/>
          </a:xfrm>
          <a:prstGeom prst="rect">
            <a:avLst/>
          </a:prstGeom>
          <a:ln w="12700">
            <a:miter lim="400000"/>
          </a:ln>
        </p:spPr>
      </p:pic>
      <p:pic>
        <p:nvPicPr>
          <p:cNvPr id="4" name="Welcome_Digital_Home_Lockup_EggShell_RGB.pdf" descr="Welcome_Digital_Home_Lockup_EggShell_RGB.pdf"/>
          <p:cNvPicPr>
            <a:picLocks noChangeAspect="1"/>
          </p:cNvPicPr>
          <p:nvPr/>
        </p:nvPicPr>
        <p:blipFill>
          <a:blip r:embed="rId25"/>
          <a:stretch>
            <a:fillRect/>
          </a:stretch>
        </p:blipFill>
        <p:spPr>
          <a:xfrm>
            <a:off x="1510979" y="4622906"/>
            <a:ext cx="1525667" cy="386013"/>
          </a:xfrm>
          <a:prstGeom prst="rect">
            <a:avLst/>
          </a:prstGeom>
          <a:ln w="12700">
            <a:miter lim="400000"/>
          </a:ln>
        </p:spPr>
      </p:pic>
      <p:sp>
        <p:nvSpPr>
          <p:cNvPr id="5" name="Slide Title"/>
          <p:cNvSpPr txBox="1">
            <a:spLocks noGrp="1"/>
          </p:cNvSpPr>
          <p:nvPr>
            <p:ph type="title" hasCustomPrompt="1"/>
          </p:nvPr>
        </p:nvSpPr>
        <p:spPr>
          <a:xfrm>
            <a:off x="1206500" y="1079500"/>
            <a:ext cx="10477500" cy="1435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6" name="Body Level One…"/>
          <p:cNvSpPr txBox="1">
            <a:spLocks noGrp="1"/>
          </p:cNvSpPr>
          <p:nvPr>
            <p:ph type="body" idx="1" hasCustomPrompt="1"/>
          </p:nvPr>
        </p:nvSpPr>
        <p:spPr>
          <a:xfrm>
            <a:off x="1206500" y="4248504"/>
            <a:ext cx="104775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7" name="Slide Number"/>
          <p:cNvSpPr txBox="1">
            <a:spLocks noGrp="1"/>
          </p:cNvSpPr>
          <p:nvPr>
            <p:ph type="sldNum" sz="quarter" idx="2"/>
          </p:nvPr>
        </p:nvSpPr>
        <p:spPr>
          <a:xfrm>
            <a:off x="12030182" y="13163498"/>
            <a:ext cx="311139" cy="292101"/>
          </a:xfrm>
          <a:prstGeom prst="rect">
            <a:avLst/>
          </a:prstGeom>
          <a:ln w="12700">
            <a:miter lim="400000"/>
          </a:ln>
        </p:spPr>
        <p:txBody>
          <a:bodyPr wrap="none" lIns="50800" tIns="50800" rIns="50800" bIns="50800" anchor="b">
            <a:spAutoFit/>
          </a:bodyPr>
          <a:lstStyle>
            <a:lvl1pPr algn="ctr" defTabSz="12700">
              <a:defRPr sz="1100" spc="132" baseline="0">
                <a:latin typeface="+mn-lt"/>
                <a:ea typeface="+mn-ea"/>
                <a:cs typeface="+mn-cs"/>
                <a:sym typeface="PP Object Sans Bold"/>
              </a:defRPr>
            </a:lvl1pPr>
          </a:lstStyle>
          <a:p>
            <a:fld id="{86CB4B4D-7CA3-9044-876B-883B54F8677D}" type="slidenum">
              <a:t>‹Nº›</a:t>
            </a:fld>
            <a:endParaRPr/>
          </a:p>
        </p:txBody>
      </p:sp>
      <p:sp>
        <p:nvSpPr>
          <p:cNvPr id="9" name="TextBox 8">
            <a:extLst>
              <a:ext uri="{FF2B5EF4-FFF2-40B4-BE49-F238E27FC236}">
                <a16:creationId xmlns:a16="http://schemas.microsoft.com/office/drawing/2014/main" id="{08941B06-D316-F5B5-00D7-BAD050F97557}"/>
              </a:ext>
            </a:extLst>
          </p:cNvPr>
          <p:cNvSpPr txBox="1"/>
          <p:nvPr>
            <p:extLst>
              <p:ext uri="{1162E1C5-73C7-4A58-AE30-91384D911F3F}">
                <p184:classification xmlns:p184="http://schemas.microsoft.com/office/powerpoint/2018/4/main" val="ftr"/>
              </p:ext>
            </p:extLst>
          </p:nvPr>
        </p:nvSpPr>
        <p:spPr>
          <a:xfrm>
            <a:off x="11731625" y="13469620"/>
            <a:ext cx="955675" cy="182880"/>
          </a:xfrm>
          <a:prstGeom prst="rect">
            <a:avLst/>
          </a:prstGeom>
        </p:spPr>
        <p:txBody>
          <a:bodyPr horzOverflow="overflow" lIns="0" tIns="0" rIns="0" bIns="0">
            <a:spAutoFit/>
          </a:bodyPr>
          <a:lstStyle/>
          <a:p>
            <a:pPr algn="l"/>
            <a:r>
              <a:rPr lang="en-US" sz="1200">
                <a:solidFill>
                  <a:srgbClr val="C00000">
                    <a:alpha val="50000"/>
                  </a:srgbClr>
                </a:solidFill>
                <a:latin typeface="BMW Group Condensed"/>
              </a:rPr>
              <a:t>CONFIDENTIAL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7" r:id="rId7"/>
    <p:sldLayoutId id="2147483659" r:id="rId8"/>
    <p:sldLayoutId id="2147483660" r:id="rId9"/>
    <p:sldLayoutId id="2147483664" r:id="rId10"/>
    <p:sldLayoutId id="2147483665"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Lst>
  <p:transition spd="med"/>
  <p:txStyles>
    <p:titleStyle>
      <a:lvl1pPr marL="0" marR="0" indent="0" algn="l" defTabSz="309563" rtl="0" latinLnBrk="0">
        <a:lnSpc>
          <a:spcPct val="90000"/>
        </a:lnSpc>
        <a:spcBef>
          <a:spcPts val="0"/>
        </a:spcBef>
        <a:spcAft>
          <a:spcPts val="0"/>
        </a:spcAft>
        <a:buClrTx/>
        <a:buSzTx/>
        <a:buFontTx/>
        <a:buNone/>
        <a:tabLst/>
        <a:defRPr sz="8000" b="0" i="0" u="none" strike="noStrike" cap="none" spc="-159" baseline="608">
          <a:solidFill>
            <a:schemeClr val="accent6">
              <a:lumOff val="-31799"/>
            </a:schemeClr>
          </a:solidFill>
          <a:uFillTx/>
          <a:latin typeface="+mn-lt"/>
          <a:ea typeface="+mn-ea"/>
          <a:cs typeface="+mn-cs"/>
          <a:sym typeface="PP Object Sans Bold"/>
        </a:defRPr>
      </a:lvl1pPr>
      <a:lvl2pPr marL="0" marR="0" indent="457200" algn="l" defTabSz="309563" rtl="0" latinLnBrk="0">
        <a:lnSpc>
          <a:spcPct val="90000"/>
        </a:lnSpc>
        <a:spcBef>
          <a:spcPts val="0"/>
        </a:spcBef>
        <a:spcAft>
          <a:spcPts val="0"/>
        </a:spcAft>
        <a:buClrTx/>
        <a:buSzTx/>
        <a:buFontTx/>
        <a:buNone/>
        <a:tabLst/>
        <a:defRPr sz="8000" b="0" i="0" u="none" strike="noStrike" cap="none" spc="-159" baseline="608">
          <a:solidFill>
            <a:schemeClr val="accent6">
              <a:lumOff val="-31799"/>
            </a:schemeClr>
          </a:solidFill>
          <a:uFillTx/>
          <a:latin typeface="+mn-lt"/>
          <a:ea typeface="+mn-ea"/>
          <a:cs typeface="+mn-cs"/>
          <a:sym typeface="PP Object Sans Bold"/>
        </a:defRPr>
      </a:lvl2pPr>
      <a:lvl3pPr marL="0" marR="0" indent="914400" algn="l" defTabSz="309563" rtl="0" latinLnBrk="0">
        <a:lnSpc>
          <a:spcPct val="90000"/>
        </a:lnSpc>
        <a:spcBef>
          <a:spcPts val="0"/>
        </a:spcBef>
        <a:spcAft>
          <a:spcPts val="0"/>
        </a:spcAft>
        <a:buClrTx/>
        <a:buSzTx/>
        <a:buFontTx/>
        <a:buNone/>
        <a:tabLst/>
        <a:defRPr sz="8000" b="0" i="0" u="none" strike="noStrike" cap="none" spc="-159" baseline="608">
          <a:solidFill>
            <a:schemeClr val="accent6">
              <a:lumOff val="-31799"/>
            </a:schemeClr>
          </a:solidFill>
          <a:uFillTx/>
          <a:latin typeface="+mn-lt"/>
          <a:ea typeface="+mn-ea"/>
          <a:cs typeface="+mn-cs"/>
          <a:sym typeface="PP Object Sans Bold"/>
        </a:defRPr>
      </a:lvl3pPr>
      <a:lvl4pPr marL="0" marR="0" indent="1371600" algn="l" defTabSz="309563" rtl="0" latinLnBrk="0">
        <a:lnSpc>
          <a:spcPct val="90000"/>
        </a:lnSpc>
        <a:spcBef>
          <a:spcPts val="0"/>
        </a:spcBef>
        <a:spcAft>
          <a:spcPts val="0"/>
        </a:spcAft>
        <a:buClrTx/>
        <a:buSzTx/>
        <a:buFontTx/>
        <a:buNone/>
        <a:tabLst/>
        <a:defRPr sz="8000" b="0" i="0" u="none" strike="noStrike" cap="none" spc="-159" baseline="608">
          <a:solidFill>
            <a:schemeClr val="accent6">
              <a:lumOff val="-31799"/>
            </a:schemeClr>
          </a:solidFill>
          <a:uFillTx/>
          <a:latin typeface="+mn-lt"/>
          <a:ea typeface="+mn-ea"/>
          <a:cs typeface="+mn-cs"/>
          <a:sym typeface="PP Object Sans Bold"/>
        </a:defRPr>
      </a:lvl4pPr>
      <a:lvl5pPr marL="0" marR="0" indent="1828800" algn="l" defTabSz="309563" rtl="0" latinLnBrk="0">
        <a:lnSpc>
          <a:spcPct val="90000"/>
        </a:lnSpc>
        <a:spcBef>
          <a:spcPts val="0"/>
        </a:spcBef>
        <a:spcAft>
          <a:spcPts val="0"/>
        </a:spcAft>
        <a:buClrTx/>
        <a:buSzTx/>
        <a:buFontTx/>
        <a:buNone/>
        <a:tabLst/>
        <a:defRPr sz="8000" b="0" i="0" u="none" strike="noStrike" cap="none" spc="-159" baseline="608">
          <a:solidFill>
            <a:schemeClr val="accent6">
              <a:lumOff val="-31799"/>
            </a:schemeClr>
          </a:solidFill>
          <a:uFillTx/>
          <a:latin typeface="+mn-lt"/>
          <a:ea typeface="+mn-ea"/>
          <a:cs typeface="+mn-cs"/>
          <a:sym typeface="PP Object Sans Bold"/>
        </a:defRPr>
      </a:lvl5pPr>
      <a:lvl6pPr marL="0" marR="0" indent="2286000" algn="l" defTabSz="309563" rtl="0" latinLnBrk="0">
        <a:lnSpc>
          <a:spcPct val="90000"/>
        </a:lnSpc>
        <a:spcBef>
          <a:spcPts val="0"/>
        </a:spcBef>
        <a:spcAft>
          <a:spcPts val="0"/>
        </a:spcAft>
        <a:buClrTx/>
        <a:buSzTx/>
        <a:buFontTx/>
        <a:buNone/>
        <a:tabLst/>
        <a:defRPr sz="8000" b="0" i="0" u="none" strike="noStrike" cap="none" spc="-159" baseline="608">
          <a:solidFill>
            <a:schemeClr val="accent6">
              <a:lumOff val="-31799"/>
            </a:schemeClr>
          </a:solidFill>
          <a:uFillTx/>
          <a:latin typeface="+mn-lt"/>
          <a:ea typeface="+mn-ea"/>
          <a:cs typeface="+mn-cs"/>
          <a:sym typeface="PP Object Sans Bold"/>
        </a:defRPr>
      </a:lvl6pPr>
      <a:lvl7pPr marL="0" marR="0" indent="2743200" algn="l" defTabSz="309563" rtl="0" latinLnBrk="0">
        <a:lnSpc>
          <a:spcPct val="90000"/>
        </a:lnSpc>
        <a:spcBef>
          <a:spcPts val="0"/>
        </a:spcBef>
        <a:spcAft>
          <a:spcPts val="0"/>
        </a:spcAft>
        <a:buClrTx/>
        <a:buSzTx/>
        <a:buFontTx/>
        <a:buNone/>
        <a:tabLst/>
        <a:defRPr sz="8000" b="0" i="0" u="none" strike="noStrike" cap="none" spc="-159" baseline="608">
          <a:solidFill>
            <a:schemeClr val="accent6">
              <a:lumOff val="-31799"/>
            </a:schemeClr>
          </a:solidFill>
          <a:uFillTx/>
          <a:latin typeface="+mn-lt"/>
          <a:ea typeface="+mn-ea"/>
          <a:cs typeface="+mn-cs"/>
          <a:sym typeface="PP Object Sans Bold"/>
        </a:defRPr>
      </a:lvl7pPr>
      <a:lvl8pPr marL="0" marR="0" indent="3200400" algn="l" defTabSz="309563" rtl="0" latinLnBrk="0">
        <a:lnSpc>
          <a:spcPct val="90000"/>
        </a:lnSpc>
        <a:spcBef>
          <a:spcPts val="0"/>
        </a:spcBef>
        <a:spcAft>
          <a:spcPts val="0"/>
        </a:spcAft>
        <a:buClrTx/>
        <a:buSzTx/>
        <a:buFontTx/>
        <a:buNone/>
        <a:tabLst/>
        <a:defRPr sz="8000" b="0" i="0" u="none" strike="noStrike" cap="none" spc="-159" baseline="608">
          <a:solidFill>
            <a:schemeClr val="accent6">
              <a:lumOff val="-31799"/>
            </a:schemeClr>
          </a:solidFill>
          <a:uFillTx/>
          <a:latin typeface="+mn-lt"/>
          <a:ea typeface="+mn-ea"/>
          <a:cs typeface="+mn-cs"/>
          <a:sym typeface="PP Object Sans Bold"/>
        </a:defRPr>
      </a:lvl8pPr>
      <a:lvl9pPr marL="0" marR="0" indent="3657600" algn="l" defTabSz="309563" rtl="0" latinLnBrk="0">
        <a:lnSpc>
          <a:spcPct val="90000"/>
        </a:lnSpc>
        <a:spcBef>
          <a:spcPts val="0"/>
        </a:spcBef>
        <a:spcAft>
          <a:spcPts val="0"/>
        </a:spcAft>
        <a:buClrTx/>
        <a:buSzTx/>
        <a:buFontTx/>
        <a:buNone/>
        <a:tabLst/>
        <a:defRPr sz="8000" b="0" i="0" u="none" strike="noStrike" cap="none" spc="-159" baseline="608">
          <a:solidFill>
            <a:schemeClr val="accent6">
              <a:lumOff val="-31799"/>
            </a:schemeClr>
          </a:solidFill>
          <a:uFillTx/>
          <a:latin typeface="+mn-lt"/>
          <a:ea typeface="+mn-ea"/>
          <a:cs typeface="+mn-cs"/>
          <a:sym typeface="PP Object Sans Bold"/>
        </a:defRPr>
      </a:lvl9pPr>
    </p:titleStyle>
    <p:bodyStyle>
      <a:lvl1pPr marL="304800" marR="0" indent="-304800" algn="l" defTabSz="2438338" rtl="0" latinLnBrk="0">
        <a:lnSpc>
          <a:spcPct val="140000"/>
        </a:lnSpc>
        <a:spcBef>
          <a:spcPts val="2200"/>
        </a:spcBef>
        <a:spcAft>
          <a:spcPts val="0"/>
        </a:spcAft>
        <a:buClrTx/>
        <a:buSzPct val="300000"/>
        <a:buFontTx/>
        <a:buChar char="•"/>
        <a:tabLst/>
        <a:defRPr sz="1800" b="0" i="0" u="none" strike="noStrike" cap="none" spc="0" baseline="0">
          <a:solidFill>
            <a:schemeClr val="accent6">
              <a:lumOff val="-31799"/>
            </a:schemeClr>
          </a:solidFill>
          <a:uFillTx/>
          <a:latin typeface="PP Object Sans Regular"/>
          <a:ea typeface="PP Object Sans Regular"/>
          <a:cs typeface="PP Object Sans Regular"/>
          <a:sym typeface="PP Object Sans Regular"/>
        </a:defRPr>
      </a:lvl1pPr>
      <a:lvl2pPr marL="838200" marR="0" indent="-228600" algn="l" defTabSz="2438338" rtl="0" latinLnBrk="0">
        <a:lnSpc>
          <a:spcPct val="140000"/>
        </a:lnSpc>
        <a:spcBef>
          <a:spcPts val="2200"/>
        </a:spcBef>
        <a:spcAft>
          <a:spcPts val="0"/>
        </a:spcAft>
        <a:buClrTx/>
        <a:buSzPct val="123000"/>
        <a:buFontTx/>
        <a:buChar char="•"/>
        <a:tabLst/>
        <a:defRPr sz="1800" b="0" i="0" u="none" strike="noStrike" cap="none" spc="0" baseline="0">
          <a:solidFill>
            <a:schemeClr val="accent6">
              <a:lumOff val="-31799"/>
            </a:schemeClr>
          </a:solidFill>
          <a:uFillTx/>
          <a:latin typeface="PP Object Sans Regular"/>
          <a:ea typeface="PP Object Sans Regular"/>
          <a:cs typeface="PP Object Sans Regular"/>
          <a:sym typeface="PP Object Sans Regular"/>
        </a:defRPr>
      </a:lvl2pPr>
      <a:lvl3pPr marL="1447800" marR="0" indent="-228600" algn="l" defTabSz="2438338" rtl="0" latinLnBrk="0">
        <a:lnSpc>
          <a:spcPct val="140000"/>
        </a:lnSpc>
        <a:spcBef>
          <a:spcPts val="2200"/>
        </a:spcBef>
        <a:spcAft>
          <a:spcPts val="0"/>
        </a:spcAft>
        <a:buClrTx/>
        <a:buSzPct val="123000"/>
        <a:buFontTx/>
        <a:buChar char="•"/>
        <a:tabLst/>
        <a:defRPr sz="1800" b="0" i="0" u="none" strike="noStrike" cap="none" spc="0" baseline="0">
          <a:solidFill>
            <a:schemeClr val="accent6">
              <a:lumOff val="-31799"/>
            </a:schemeClr>
          </a:solidFill>
          <a:uFillTx/>
          <a:latin typeface="PP Object Sans Regular"/>
          <a:ea typeface="PP Object Sans Regular"/>
          <a:cs typeface="PP Object Sans Regular"/>
          <a:sym typeface="PP Object Sans Regular"/>
        </a:defRPr>
      </a:lvl3pPr>
      <a:lvl4pPr marL="2057400" marR="0" indent="-228600" algn="l" defTabSz="2438338" rtl="0" latinLnBrk="0">
        <a:lnSpc>
          <a:spcPct val="140000"/>
        </a:lnSpc>
        <a:spcBef>
          <a:spcPts val="2200"/>
        </a:spcBef>
        <a:spcAft>
          <a:spcPts val="0"/>
        </a:spcAft>
        <a:buClrTx/>
        <a:buSzPct val="123000"/>
        <a:buFontTx/>
        <a:buChar char="•"/>
        <a:tabLst/>
        <a:defRPr sz="1800" b="0" i="0" u="none" strike="noStrike" cap="none" spc="0" baseline="0">
          <a:solidFill>
            <a:schemeClr val="accent6">
              <a:lumOff val="-31799"/>
            </a:schemeClr>
          </a:solidFill>
          <a:uFillTx/>
          <a:latin typeface="PP Object Sans Regular"/>
          <a:ea typeface="PP Object Sans Regular"/>
          <a:cs typeface="PP Object Sans Regular"/>
          <a:sym typeface="PP Object Sans Regular"/>
        </a:defRPr>
      </a:lvl4pPr>
      <a:lvl5pPr marL="2667000" marR="0" indent="-228600" algn="l" defTabSz="2438338" rtl="0" latinLnBrk="0">
        <a:lnSpc>
          <a:spcPct val="140000"/>
        </a:lnSpc>
        <a:spcBef>
          <a:spcPts val="2200"/>
        </a:spcBef>
        <a:spcAft>
          <a:spcPts val="0"/>
        </a:spcAft>
        <a:buClrTx/>
        <a:buSzPct val="123000"/>
        <a:buFontTx/>
        <a:buChar char="•"/>
        <a:tabLst/>
        <a:defRPr sz="1800" b="0" i="0" u="none" strike="noStrike" cap="none" spc="0" baseline="0">
          <a:solidFill>
            <a:schemeClr val="accent6">
              <a:lumOff val="-31799"/>
            </a:schemeClr>
          </a:solidFill>
          <a:uFillTx/>
          <a:latin typeface="PP Object Sans Regular"/>
          <a:ea typeface="PP Object Sans Regular"/>
          <a:cs typeface="PP Object Sans Regular"/>
          <a:sym typeface="PP Object Sans Regular"/>
        </a:defRPr>
      </a:lvl5pPr>
      <a:lvl6pPr marL="3276600" marR="0" indent="-228600" algn="l" defTabSz="2438338" rtl="0" latinLnBrk="0">
        <a:lnSpc>
          <a:spcPct val="140000"/>
        </a:lnSpc>
        <a:spcBef>
          <a:spcPts val="2200"/>
        </a:spcBef>
        <a:spcAft>
          <a:spcPts val="0"/>
        </a:spcAft>
        <a:buClrTx/>
        <a:buSzPct val="123000"/>
        <a:buFontTx/>
        <a:buChar char="•"/>
        <a:tabLst/>
        <a:defRPr sz="1800" b="0" i="0" u="none" strike="noStrike" cap="none" spc="0" baseline="0">
          <a:solidFill>
            <a:schemeClr val="accent6">
              <a:lumOff val="-31799"/>
            </a:schemeClr>
          </a:solidFill>
          <a:uFillTx/>
          <a:latin typeface="PP Object Sans Regular"/>
          <a:ea typeface="PP Object Sans Regular"/>
          <a:cs typeface="PP Object Sans Regular"/>
          <a:sym typeface="PP Object Sans Regular"/>
        </a:defRPr>
      </a:lvl6pPr>
      <a:lvl7pPr marL="3886200" marR="0" indent="-228600" algn="l" defTabSz="2438338" rtl="0" latinLnBrk="0">
        <a:lnSpc>
          <a:spcPct val="140000"/>
        </a:lnSpc>
        <a:spcBef>
          <a:spcPts val="2200"/>
        </a:spcBef>
        <a:spcAft>
          <a:spcPts val="0"/>
        </a:spcAft>
        <a:buClrTx/>
        <a:buSzPct val="123000"/>
        <a:buFontTx/>
        <a:buChar char="•"/>
        <a:tabLst/>
        <a:defRPr sz="1800" b="0" i="0" u="none" strike="noStrike" cap="none" spc="0" baseline="0">
          <a:solidFill>
            <a:schemeClr val="accent6">
              <a:lumOff val="-31799"/>
            </a:schemeClr>
          </a:solidFill>
          <a:uFillTx/>
          <a:latin typeface="PP Object Sans Regular"/>
          <a:ea typeface="PP Object Sans Regular"/>
          <a:cs typeface="PP Object Sans Regular"/>
          <a:sym typeface="PP Object Sans Regular"/>
        </a:defRPr>
      </a:lvl7pPr>
      <a:lvl8pPr marL="4495800" marR="0" indent="-228600" algn="l" defTabSz="2438338" rtl="0" latinLnBrk="0">
        <a:lnSpc>
          <a:spcPct val="140000"/>
        </a:lnSpc>
        <a:spcBef>
          <a:spcPts val="2200"/>
        </a:spcBef>
        <a:spcAft>
          <a:spcPts val="0"/>
        </a:spcAft>
        <a:buClrTx/>
        <a:buSzPct val="123000"/>
        <a:buFontTx/>
        <a:buChar char="•"/>
        <a:tabLst/>
        <a:defRPr sz="1800" b="0" i="0" u="none" strike="noStrike" cap="none" spc="0" baseline="0">
          <a:solidFill>
            <a:schemeClr val="accent6">
              <a:lumOff val="-31799"/>
            </a:schemeClr>
          </a:solidFill>
          <a:uFillTx/>
          <a:latin typeface="PP Object Sans Regular"/>
          <a:ea typeface="PP Object Sans Regular"/>
          <a:cs typeface="PP Object Sans Regular"/>
          <a:sym typeface="PP Object Sans Regular"/>
        </a:defRPr>
      </a:lvl8pPr>
      <a:lvl9pPr marL="5105400" marR="0" indent="-228600" algn="l" defTabSz="2438338" rtl="0" latinLnBrk="0">
        <a:lnSpc>
          <a:spcPct val="140000"/>
        </a:lnSpc>
        <a:spcBef>
          <a:spcPts val="2200"/>
        </a:spcBef>
        <a:spcAft>
          <a:spcPts val="0"/>
        </a:spcAft>
        <a:buClrTx/>
        <a:buSzPct val="123000"/>
        <a:buFontTx/>
        <a:buChar char="•"/>
        <a:tabLst/>
        <a:defRPr sz="1800" b="0" i="0" u="none" strike="noStrike" cap="none" spc="0" baseline="0">
          <a:solidFill>
            <a:schemeClr val="accent6">
              <a:lumOff val="-31799"/>
            </a:schemeClr>
          </a:solidFill>
          <a:uFillTx/>
          <a:latin typeface="PP Object Sans Regular"/>
          <a:ea typeface="PP Object Sans Regular"/>
          <a:cs typeface="PP Object Sans Regular"/>
          <a:sym typeface="PP Object Sans Regular"/>
        </a:defRPr>
      </a:lvl9pPr>
    </p:bodyStyle>
    <p:otherStyle>
      <a:lvl1pPr marL="0" marR="0" indent="0" algn="ctr" defTabSz="12700" rtl="0" latinLnBrk="0">
        <a:lnSpc>
          <a:spcPct val="100000"/>
        </a:lnSpc>
        <a:spcBef>
          <a:spcPts val="0"/>
        </a:spcBef>
        <a:spcAft>
          <a:spcPts val="0"/>
        </a:spcAft>
        <a:buClrTx/>
        <a:buSzTx/>
        <a:buFontTx/>
        <a:buNone/>
        <a:tabLst/>
        <a:defRPr sz="1100" b="0" i="0" u="none" strike="noStrike" cap="none" spc="132" baseline="0">
          <a:solidFill>
            <a:schemeClr val="tx1"/>
          </a:solidFill>
          <a:uFillTx/>
          <a:latin typeface="+mn-lt"/>
          <a:ea typeface="+mn-ea"/>
          <a:cs typeface="+mn-cs"/>
          <a:sym typeface="PP Object Sans Bold"/>
        </a:defRPr>
      </a:lvl1pPr>
      <a:lvl2pPr marL="0" marR="0" indent="457200" algn="ctr" defTabSz="12700" rtl="0" latinLnBrk="0">
        <a:lnSpc>
          <a:spcPct val="100000"/>
        </a:lnSpc>
        <a:spcBef>
          <a:spcPts val="0"/>
        </a:spcBef>
        <a:spcAft>
          <a:spcPts val="0"/>
        </a:spcAft>
        <a:buClrTx/>
        <a:buSzTx/>
        <a:buFontTx/>
        <a:buNone/>
        <a:tabLst/>
        <a:defRPr sz="1100" b="0" i="0" u="none" strike="noStrike" cap="none" spc="132" baseline="0">
          <a:solidFill>
            <a:schemeClr val="tx1"/>
          </a:solidFill>
          <a:uFillTx/>
          <a:latin typeface="+mn-lt"/>
          <a:ea typeface="+mn-ea"/>
          <a:cs typeface="+mn-cs"/>
          <a:sym typeface="PP Object Sans Bold"/>
        </a:defRPr>
      </a:lvl2pPr>
      <a:lvl3pPr marL="0" marR="0" indent="914400" algn="ctr" defTabSz="12700" rtl="0" latinLnBrk="0">
        <a:lnSpc>
          <a:spcPct val="100000"/>
        </a:lnSpc>
        <a:spcBef>
          <a:spcPts val="0"/>
        </a:spcBef>
        <a:spcAft>
          <a:spcPts val="0"/>
        </a:spcAft>
        <a:buClrTx/>
        <a:buSzTx/>
        <a:buFontTx/>
        <a:buNone/>
        <a:tabLst/>
        <a:defRPr sz="1100" b="0" i="0" u="none" strike="noStrike" cap="none" spc="132" baseline="0">
          <a:solidFill>
            <a:schemeClr val="tx1"/>
          </a:solidFill>
          <a:uFillTx/>
          <a:latin typeface="+mn-lt"/>
          <a:ea typeface="+mn-ea"/>
          <a:cs typeface="+mn-cs"/>
          <a:sym typeface="PP Object Sans Bold"/>
        </a:defRPr>
      </a:lvl3pPr>
      <a:lvl4pPr marL="0" marR="0" indent="1371600" algn="ctr" defTabSz="12700" rtl="0" latinLnBrk="0">
        <a:lnSpc>
          <a:spcPct val="100000"/>
        </a:lnSpc>
        <a:spcBef>
          <a:spcPts val="0"/>
        </a:spcBef>
        <a:spcAft>
          <a:spcPts val="0"/>
        </a:spcAft>
        <a:buClrTx/>
        <a:buSzTx/>
        <a:buFontTx/>
        <a:buNone/>
        <a:tabLst/>
        <a:defRPr sz="1100" b="0" i="0" u="none" strike="noStrike" cap="none" spc="132" baseline="0">
          <a:solidFill>
            <a:schemeClr val="tx1"/>
          </a:solidFill>
          <a:uFillTx/>
          <a:latin typeface="+mn-lt"/>
          <a:ea typeface="+mn-ea"/>
          <a:cs typeface="+mn-cs"/>
          <a:sym typeface="PP Object Sans Bold"/>
        </a:defRPr>
      </a:lvl4pPr>
      <a:lvl5pPr marL="0" marR="0" indent="1828800" algn="ctr" defTabSz="12700" rtl="0" latinLnBrk="0">
        <a:lnSpc>
          <a:spcPct val="100000"/>
        </a:lnSpc>
        <a:spcBef>
          <a:spcPts val="0"/>
        </a:spcBef>
        <a:spcAft>
          <a:spcPts val="0"/>
        </a:spcAft>
        <a:buClrTx/>
        <a:buSzTx/>
        <a:buFontTx/>
        <a:buNone/>
        <a:tabLst/>
        <a:defRPr sz="1100" b="0" i="0" u="none" strike="noStrike" cap="none" spc="132" baseline="0">
          <a:solidFill>
            <a:schemeClr val="tx1"/>
          </a:solidFill>
          <a:uFillTx/>
          <a:latin typeface="+mn-lt"/>
          <a:ea typeface="+mn-ea"/>
          <a:cs typeface="+mn-cs"/>
          <a:sym typeface="PP Object Sans Bold"/>
        </a:defRPr>
      </a:lvl5pPr>
      <a:lvl6pPr marL="0" marR="0" indent="2286000" algn="ctr" defTabSz="12700" rtl="0" latinLnBrk="0">
        <a:lnSpc>
          <a:spcPct val="100000"/>
        </a:lnSpc>
        <a:spcBef>
          <a:spcPts val="0"/>
        </a:spcBef>
        <a:spcAft>
          <a:spcPts val="0"/>
        </a:spcAft>
        <a:buClrTx/>
        <a:buSzTx/>
        <a:buFontTx/>
        <a:buNone/>
        <a:tabLst/>
        <a:defRPr sz="1100" b="0" i="0" u="none" strike="noStrike" cap="none" spc="132" baseline="0">
          <a:solidFill>
            <a:schemeClr val="tx1"/>
          </a:solidFill>
          <a:uFillTx/>
          <a:latin typeface="+mn-lt"/>
          <a:ea typeface="+mn-ea"/>
          <a:cs typeface="+mn-cs"/>
          <a:sym typeface="PP Object Sans Bold"/>
        </a:defRPr>
      </a:lvl6pPr>
      <a:lvl7pPr marL="0" marR="0" indent="2743200" algn="ctr" defTabSz="12700" rtl="0" latinLnBrk="0">
        <a:lnSpc>
          <a:spcPct val="100000"/>
        </a:lnSpc>
        <a:spcBef>
          <a:spcPts val="0"/>
        </a:spcBef>
        <a:spcAft>
          <a:spcPts val="0"/>
        </a:spcAft>
        <a:buClrTx/>
        <a:buSzTx/>
        <a:buFontTx/>
        <a:buNone/>
        <a:tabLst/>
        <a:defRPr sz="1100" b="0" i="0" u="none" strike="noStrike" cap="none" spc="132" baseline="0">
          <a:solidFill>
            <a:schemeClr val="tx1"/>
          </a:solidFill>
          <a:uFillTx/>
          <a:latin typeface="+mn-lt"/>
          <a:ea typeface="+mn-ea"/>
          <a:cs typeface="+mn-cs"/>
          <a:sym typeface="PP Object Sans Bold"/>
        </a:defRPr>
      </a:lvl7pPr>
      <a:lvl8pPr marL="0" marR="0" indent="3200400" algn="ctr" defTabSz="12700" rtl="0" latinLnBrk="0">
        <a:lnSpc>
          <a:spcPct val="100000"/>
        </a:lnSpc>
        <a:spcBef>
          <a:spcPts val="0"/>
        </a:spcBef>
        <a:spcAft>
          <a:spcPts val="0"/>
        </a:spcAft>
        <a:buClrTx/>
        <a:buSzTx/>
        <a:buFontTx/>
        <a:buNone/>
        <a:tabLst/>
        <a:defRPr sz="1100" b="0" i="0" u="none" strike="noStrike" cap="none" spc="132" baseline="0">
          <a:solidFill>
            <a:schemeClr val="tx1"/>
          </a:solidFill>
          <a:uFillTx/>
          <a:latin typeface="+mn-lt"/>
          <a:ea typeface="+mn-ea"/>
          <a:cs typeface="+mn-cs"/>
          <a:sym typeface="PP Object Sans Bold"/>
        </a:defRPr>
      </a:lvl8pPr>
      <a:lvl9pPr marL="0" marR="0" indent="3657600" algn="ctr" defTabSz="12700" rtl="0" latinLnBrk="0">
        <a:lnSpc>
          <a:spcPct val="100000"/>
        </a:lnSpc>
        <a:spcBef>
          <a:spcPts val="0"/>
        </a:spcBef>
        <a:spcAft>
          <a:spcPts val="0"/>
        </a:spcAft>
        <a:buClrTx/>
        <a:buSzTx/>
        <a:buFontTx/>
        <a:buNone/>
        <a:tabLst/>
        <a:defRPr sz="1100" b="0" i="0" u="none" strike="noStrike" cap="none" spc="132" baseline="0">
          <a:solidFill>
            <a:schemeClr val="tx1"/>
          </a:solidFill>
          <a:uFillTx/>
          <a:latin typeface="+mn-lt"/>
          <a:ea typeface="+mn-ea"/>
          <a:cs typeface="+mn-cs"/>
          <a:sym typeface="PP Object Sans Bold"/>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6" name="Image" descr="Image"/>
          <p:cNvPicPr>
            <a:picLocks noGrp="1" noChangeAspect="1"/>
          </p:cNvPicPr>
          <p:nvPr>
            <p:ph type="pic" idx="21"/>
          </p:nvPr>
        </p:nvPicPr>
        <p:blipFill>
          <a:blip r:embed="rId2"/>
          <a:srcRect t="17437" b="26313"/>
          <a:stretch>
            <a:fillRect/>
          </a:stretch>
        </p:blipFill>
        <p:spPr>
          <a:xfrm>
            <a:off x="0" y="128"/>
            <a:ext cx="24384000" cy="13715745"/>
          </a:xfrm>
          <a:prstGeom prst="rect">
            <a:avLst/>
          </a:prstGeom>
        </p:spPr>
      </p:pic>
      <p:pic>
        <p:nvPicPr>
          <p:cNvPr id="487" name="Image" descr="Image"/>
          <p:cNvPicPr>
            <a:picLocks noChangeAspect="1"/>
          </p:cNvPicPr>
          <p:nvPr/>
        </p:nvPicPr>
        <p:blipFill>
          <a:blip r:embed="rId3"/>
          <a:srcRect l="1548" r="6348"/>
          <a:stretch>
            <a:fillRect/>
          </a:stretch>
        </p:blipFill>
        <p:spPr>
          <a:xfrm>
            <a:off x="0" y="381000"/>
            <a:ext cx="24384000" cy="3391801"/>
          </a:xfrm>
          <a:prstGeom prst="rect">
            <a:avLst/>
          </a:prstGeom>
          <a:ln w="12700">
            <a:miter lim="400000"/>
          </a:ln>
        </p:spPr>
      </p:pic>
      <p:sp>
        <p:nvSpPr>
          <p:cNvPr id="488" name="Month 2022"/>
          <p:cNvSpPr txBox="1">
            <a:spLocks noGrp="1"/>
          </p:cNvSpPr>
          <p:nvPr>
            <p:ph type="body" idx="22"/>
          </p:nvPr>
        </p:nvSpPr>
        <p:spPr>
          <a:xfrm>
            <a:off x="1533016" y="12438865"/>
            <a:ext cx="2487861" cy="351763"/>
          </a:xfrm>
          <a:prstGeom prst="rect">
            <a:avLst/>
          </a:prstGeom>
        </p:spPr>
        <p:txBody>
          <a:bodyPr/>
          <a:lstStyle/>
          <a:p>
            <a:r>
              <a:rPr lang="en-CA"/>
              <a:t>Last Updated: March 2026</a:t>
            </a:r>
            <a:endParaRPr dirty="0"/>
          </a:p>
        </p:txBody>
      </p:sp>
      <p:sp>
        <p:nvSpPr>
          <p:cNvPr id="489" name="Album Title"/>
          <p:cNvSpPr txBox="1">
            <a:spLocks noGrp="1"/>
          </p:cNvSpPr>
          <p:nvPr>
            <p:ph type="body" idx="23"/>
          </p:nvPr>
        </p:nvSpPr>
        <p:spPr>
          <a:prstGeom prst="rect">
            <a:avLst/>
          </a:prstGeom>
        </p:spPr>
        <p:txBody>
          <a:bodyPr/>
          <a:lstStyle/>
          <a:p>
            <a:r>
              <a:rPr lang="en-US" dirty="0"/>
              <a:t>Marketing Science (Business Performance - Web)</a:t>
            </a:r>
            <a:endParaRPr dirty="0"/>
          </a:p>
        </p:txBody>
      </p:sp>
      <p:sp>
        <p:nvSpPr>
          <p:cNvPr id="490" name="Band Name"/>
          <p:cNvSpPr txBox="1">
            <a:spLocks noGrp="1"/>
          </p:cNvSpPr>
          <p:nvPr>
            <p:ph type="body" idx="24"/>
          </p:nvPr>
        </p:nvSpPr>
        <p:spPr>
          <a:prstGeom prst="rect">
            <a:avLst/>
          </a:prstGeom>
        </p:spPr>
        <p:txBody>
          <a:bodyPr/>
          <a:lstStyle/>
          <a:p>
            <a:r>
              <a:rPr lang="en-US" dirty="0"/>
              <a:t>Analyst Recruitment Case Study</a:t>
            </a:r>
            <a:endParaRPr dirty="0"/>
          </a:p>
        </p:txBody>
      </p:sp>
      <p:pic>
        <p:nvPicPr>
          <p:cNvPr id="491" name="Canada_World_Lockup_EggShell_RGB.pdf" descr="Canada_World_Lockup_EggShell_RGB.pdf"/>
          <p:cNvPicPr>
            <a:picLocks noChangeAspect="1"/>
          </p:cNvPicPr>
          <p:nvPr/>
        </p:nvPicPr>
        <p:blipFill>
          <a:blip r:embed="rId4"/>
          <a:stretch>
            <a:fillRect/>
          </a:stretch>
        </p:blipFill>
        <p:spPr>
          <a:xfrm>
            <a:off x="20880708" y="4622906"/>
            <a:ext cx="1979279" cy="340621"/>
          </a:xfrm>
          <a:prstGeom prst="rect">
            <a:avLst/>
          </a:prstGeom>
          <a:ln w="12700">
            <a:miter lim="400000"/>
          </a:ln>
        </p:spPr>
      </p:pic>
      <p:pic>
        <p:nvPicPr>
          <p:cNvPr id="492" name="Welcome_Digital_Home_Lockup_EggShell_RGB.pdf" descr="Welcome_Digital_Home_Lockup_EggShell_RGB.pdf"/>
          <p:cNvPicPr>
            <a:picLocks noChangeAspect="1"/>
          </p:cNvPicPr>
          <p:nvPr/>
        </p:nvPicPr>
        <p:blipFill>
          <a:blip r:embed="rId5"/>
          <a:stretch>
            <a:fillRect/>
          </a:stretch>
        </p:blipFill>
        <p:spPr>
          <a:xfrm>
            <a:off x="1510979" y="4622906"/>
            <a:ext cx="1525667" cy="386013"/>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9A732B-A041-2681-1BA0-6F68A69186D4}"/>
              </a:ext>
            </a:extLst>
          </p:cNvPr>
          <p:cNvSpPr>
            <a:spLocks noGrp="1"/>
          </p:cNvSpPr>
          <p:nvPr>
            <p:ph type="body" idx="21"/>
          </p:nvPr>
        </p:nvSpPr>
        <p:spPr>
          <a:xfrm>
            <a:off x="0" y="1410152"/>
            <a:ext cx="25803150" cy="8641444"/>
          </a:xfrm>
        </p:spPr>
        <p:txBody>
          <a:bodyPr/>
          <a:lstStyle/>
          <a:p>
            <a:pPr algn="l"/>
            <a:r>
              <a:rPr lang="en-US" sz="9600" dirty="0"/>
              <a:t>Marketing Science lead analysis</a:t>
            </a:r>
            <a:br>
              <a:rPr lang="en-US" sz="9600" dirty="0"/>
            </a:br>
            <a:br>
              <a:rPr lang="en-US" sz="9600" dirty="0"/>
            </a:br>
            <a:r>
              <a:rPr lang="en-US" sz="9600" dirty="0"/>
              <a:t>Juan Sebastian Gonzalez</a:t>
            </a:r>
          </a:p>
          <a:p>
            <a:pPr algn="l"/>
            <a:endParaRPr lang="en-US" sz="8000" dirty="0"/>
          </a:p>
        </p:txBody>
      </p:sp>
      <p:sp>
        <p:nvSpPr>
          <p:cNvPr id="3" name="Text Placeholder 2">
            <a:extLst>
              <a:ext uri="{FF2B5EF4-FFF2-40B4-BE49-F238E27FC236}">
                <a16:creationId xmlns:a16="http://schemas.microsoft.com/office/drawing/2014/main" id="{D3211460-BA13-1A0B-97CA-951D413C07DD}"/>
              </a:ext>
            </a:extLst>
          </p:cNvPr>
          <p:cNvSpPr>
            <a:spLocks noGrp="1"/>
          </p:cNvSpPr>
          <p:nvPr>
            <p:ph type="body" sz="quarter" idx="22"/>
          </p:nvPr>
        </p:nvSpPr>
        <p:spPr/>
        <p:txBody>
          <a:bodyPr/>
          <a:lstStyle/>
          <a:p>
            <a:endParaRPr lang="en-US" dirty="0"/>
          </a:p>
        </p:txBody>
      </p:sp>
      <p:sp>
        <p:nvSpPr>
          <p:cNvPr id="4" name="Text Placeholder 3">
            <a:extLst>
              <a:ext uri="{FF2B5EF4-FFF2-40B4-BE49-F238E27FC236}">
                <a16:creationId xmlns:a16="http://schemas.microsoft.com/office/drawing/2014/main" id="{6F3A2877-E963-CFAC-D17E-97EF34E25C7E}"/>
              </a:ext>
            </a:extLst>
          </p:cNvPr>
          <p:cNvSpPr>
            <a:spLocks noGrp="1"/>
          </p:cNvSpPr>
          <p:nvPr>
            <p:ph type="body" sz="quarter" idx="23"/>
          </p:nvPr>
        </p:nvSpPr>
        <p:spPr/>
        <p:txBody>
          <a:bodyPr/>
          <a:lstStyle/>
          <a:p>
            <a:endParaRPr lang="en-US"/>
          </a:p>
        </p:txBody>
      </p:sp>
      <p:pic>
        <p:nvPicPr>
          <p:cNvPr id="6" name="Imagen 5">
            <a:extLst>
              <a:ext uri="{FF2B5EF4-FFF2-40B4-BE49-F238E27FC236}">
                <a16:creationId xmlns:a16="http://schemas.microsoft.com/office/drawing/2014/main" id="{3F95F88C-A13B-FFC6-8200-4CF3F16A5E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5814" y="3147920"/>
            <a:ext cx="10881272" cy="10881272"/>
          </a:xfrm>
          <a:prstGeom prst="rect">
            <a:avLst/>
          </a:prstGeom>
        </p:spPr>
      </p:pic>
      <p:pic>
        <p:nvPicPr>
          <p:cNvPr id="7" name="Image" descr="Image">
            <a:extLst>
              <a:ext uri="{FF2B5EF4-FFF2-40B4-BE49-F238E27FC236}">
                <a16:creationId xmlns:a16="http://schemas.microsoft.com/office/drawing/2014/main" id="{FAFBB974-0656-D859-7496-A729F625AC09}"/>
              </a:ext>
            </a:extLst>
          </p:cNvPr>
          <p:cNvPicPr>
            <a:picLocks noChangeAspect="1"/>
          </p:cNvPicPr>
          <p:nvPr/>
        </p:nvPicPr>
        <p:blipFill>
          <a:blip r:embed="rId4"/>
          <a:stretch>
            <a:fillRect/>
          </a:stretch>
        </p:blipFill>
        <p:spPr>
          <a:xfrm>
            <a:off x="20617929" y="11663095"/>
            <a:ext cx="2237260" cy="284622"/>
          </a:xfrm>
          <a:prstGeom prst="rect">
            <a:avLst/>
          </a:prstGeom>
          <a:ln w="12700">
            <a:miter lim="400000"/>
          </a:ln>
        </p:spPr>
      </p:pic>
    </p:spTree>
    <p:extLst>
      <p:ext uri="{BB962C8B-B14F-4D97-AF65-F5344CB8AC3E}">
        <p14:creationId xmlns:p14="http://schemas.microsoft.com/office/powerpoint/2010/main" val="312234386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FBB68-19F1-05D1-5AED-799132DB5B2C}"/>
            </a:ext>
          </a:extLst>
        </p:cNvPr>
        <p:cNvGrpSpPr/>
        <p:nvPr/>
      </p:nvGrpSpPr>
      <p:grpSpPr>
        <a:xfrm>
          <a:off x="0" y="0"/>
          <a:ext cx="0" cy="0"/>
          <a:chOff x="0" y="0"/>
          <a:chExt cx="0" cy="0"/>
        </a:xfrm>
      </p:grpSpPr>
      <p:sp>
        <p:nvSpPr>
          <p:cNvPr id="2" name="Case Information">
            <a:extLst>
              <a:ext uri="{FF2B5EF4-FFF2-40B4-BE49-F238E27FC236}">
                <a16:creationId xmlns:a16="http://schemas.microsoft.com/office/drawing/2014/main" id="{3CFA5E6F-62E8-13F4-BF87-80F5A19AE11C}"/>
              </a:ext>
            </a:extLst>
          </p:cNvPr>
          <p:cNvSpPr txBox="1"/>
          <p:nvPr/>
        </p:nvSpPr>
        <p:spPr>
          <a:xfrm>
            <a:off x="6705601" y="1139299"/>
            <a:ext cx="10327340" cy="12899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defTabSz="2438338">
              <a:lnSpc>
                <a:spcPct val="140000"/>
              </a:lnSpc>
              <a:spcBef>
                <a:spcPts val="2200"/>
              </a:spcBef>
              <a:defRPr sz="1600" spc="0" baseline="0">
                <a:solidFill>
                  <a:srgbClr val="DF552C"/>
                </a:solidFill>
              </a:defRPr>
            </a:lvl1pPr>
          </a:lstStyle>
          <a:p>
            <a:r>
              <a:rPr sz="6600" dirty="0"/>
              <a:t>Case Information</a:t>
            </a:r>
          </a:p>
        </p:txBody>
      </p:sp>
      <p:sp>
        <p:nvSpPr>
          <p:cNvPr id="3"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8A796DA4-593B-B084-19C3-F8A89EB511A2}"/>
              </a:ext>
            </a:extLst>
          </p:cNvPr>
          <p:cNvSpPr txBox="1"/>
          <p:nvPr/>
        </p:nvSpPr>
        <p:spPr>
          <a:xfrm>
            <a:off x="1398043" y="3288837"/>
            <a:ext cx="21610918" cy="30572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r>
              <a:rPr lang="en-CA" sz="3200" baseline="0" dirty="0"/>
              <a:t>In this scenario, the client is an automotive brand, and you are reviewing metrics from their website. It includes: </a:t>
            </a:r>
          </a:p>
          <a:p>
            <a:pPr marL="457200" indent="-457200">
              <a:buFontTx/>
              <a:buChar char="-"/>
            </a:pPr>
            <a:r>
              <a:rPr lang="en-CA" sz="3200" baseline="0" dirty="0">
                <a:cs typeface="+mn-cs"/>
              </a:rPr>
              <a:t>Visits</a:t>
            </a:r>
            <a:r>
              <a:rPr lang="en-CA" sz="3200" baseline="0" dirty="0"/>
              <a:t>: total visits and a break-out of visits from different media channels </a:t>
            </a:r>
          </a:p>
          <a:p>
            <a:pPr marL="457200" indent="-457200">
              <a:buFontTx/>
              <a:buChar char="-"/>
            </a:pPr>
            <a:r>
              <a:rPr lang="en-CA" sz="3200" baseline="0" dirty="0"/>
              <a:t>Shopping Actions: Start Configuration, Complete Configuration, Financial Calculator Visits </a:t>
            </a:r>
          </a:p>
          <a:p>
            <a:pPr marL="457200" indent="-457200">
              <a:buFontTx/>
              <a:buChar char="-"/>
            </a:pPr>
            <a:r>
              <a:rPr lang="en-CA" sz="3200" baseline="0" dirty="0"/>
              <a:t>Leads: Test Drive, Financial Calculator, Request a Quote</a:t>
            </a:r>
          </a:p>
          <a:p>
            <a:endParaRPr lang="en-CA" sz="3200" baseline="0" dirty="0"/>
          </a:p>
          <a:p>
            <a:r>
              <a:rPr lang="en-CA" sz="3200" baseline="0" dirty="0"/>
              <a:t>The client’s goal is to better understand the performance of their models, and look for opportunities to increase leads.</a:t>
            </a:r>
          </a:p>
        </p:txBody>
      </p:sp>
      <p:pic>
        <p:nvPicPr>
          <p:cNvPr id="8" name="Imagen 7">
            <a:extLst>
              <a:ext uri="{FF2B5EF4-FFF2-40B4-BE49-F238E27FC236}">
                <a16:creationId xmlns:a16="http://schemas.microsoft.com/office/drawing/2014/main" id="{04C483E8-EEDF-A488-DE31-02064907ED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8443" y="7440268"/>
            <a:ext cx="4084545" cy="4084545"/>
          </a:xfrm>
          <a:prstGeom prst="rect">
            <a:avLst/>
          </a:prstGeom>
        </p:spPr>
      </p:pic>
      <p:pic>
        <p:nvPicPr>
          <p:cNvPr id="10" name="Imagen 9">
            <a:extLst>
              <a:ext uri="{FF2B5EF4-FFF2-40B4-BE49-F238E27FC236}">
                <a16:creationId xmlns:a16="http://schemas.microsoft.com/office/drawing/2014/main" id="{9239838E-8B0F-BC86-B90A-62009B250A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91014" y="7207623"/>
            <a:ext cx="5011247" cy="4317190"/>
          </a:xfrm>
          <a:prstGeom prst="rect">
            <a:avLst/>
          </a:prstGeom>
        </p:spPr>
      </p:pic>
    </p:spTree>
    <p:extLst>
      <p:ext uri="{BB962C8B-B14F-4D97-AF65-F5344CB8AC3E}">
        <p14:creationId xmlns:p14="http://schemas.microsoft.com/office/powerpoint/2010/main" val="276302606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7B48-FB81-C325-F064-10A8221C9B6F}"/>
            </a:ext>
          </a:extLst>
        </p:cNvPr>
        <p:cNvGrpSpPr/>
        <p:nvPr/>
      </p:nvGrpSpPr>
      <p:grpSpPr>
        <a:xfrm>
          <a:off x="0" y="0"/>
          <a:ext cx="0" cy="0"/>
          <a:chOff x="0" y="0"/>
          <a:chExt cx="0" cy="0"/>
        </a:xfrm>
      </p:grpSpPr>
      <p:sp>
        <p:nvSpPr>
          <p:cNvPr id="2" name="Case Information">
            <a:extLst>
              <a:ext uri="{FF2B5EF4-FFF2-40B4-BE49-F238E27FC236}">
                <a16:creationId xmlns:a16="http://schemas.microsoft.com/office/drawing/2014/main" id="{8EC730DB-5319-BB8B-DFBA-3C5A11E4FE6B}"/>
              </a:ext>
            </a:extLst>
          </p:cNvPr>
          <p:cNvSpPr txBox="1"/>
          <p:nvPr/>
        </p:nvSpPr>
        <p:spPr>
          <a:xfrm>
            <a:off x="6083509" y="1070214"/>
            <a:ext cx="10949432" cy="12899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defTabSz="2438338">
              <a:lnSpc>
                <a:spcPct val="140000"/>
              </a:lnSpc>
              <a:spcBef>
                <a:spcPts val="2200"/>
              </a:spcBef>
              <a:defRPr sz="1600" spc="0" baseline="0">
                <a:solidFill>
                  <a:srgbClr val="DF552C"/>
                </a:solidFill>
              </a:defRPr>
            </a:lvl1pPr>
          </a:lstStyle>
          <a:p>
            <a:r>
              <a:rPr lang="en-CA" sz="6600" dirty="0"/>
              <a:t>Data Reliability: Audit Process</a:t>
            </a:r>
            <a:endParaRPr sz="6600" dirty="0"/>
          </a:p>
        </p:txBody>
      </p:sp>
      <p:sp>
        <p:nvSpPr>
          <p:cNvPr id="3"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AE04F816-5F26-7909-7A51-CC9F6CA5C688}"/>
              </a:ext>
            </a:extLst>
          </p:cNvPr>
          <p:cNvSpPr txBox="1"/>
          <p:nvPr/>
        </p:nvSpPr>
        <p:spPr>
          <a:xfrm>
            <a:off x="1283975" y="3559447"/>
            <a:ext cx="15748966" cy="8966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chorCtr="0">
            <a:noAutofit/>
          </a:bodyPr>
          <a:lstStyle/>
          <a:p>
            <a:endParaRPr lang="en-CA" sz="3200" b="1" baseline="0" dirty="0"/>
          </a:p>
          <a:p>
            <a:endParaRPr lang="en-CA" sz="3200" b="1" baseline="0" dirty="0"/>
          </a:p>
          <a:p>
            <a:r>
              <a:rPr lang="en-CA" sz="3200" b="1" baseline="0" dirty="0"/>
              <a:t>Anomaly Detection:</a:t>
            </a:r>
            <a:r>
              <a:rPr lang="en-CA" sz="3200" baseline="0" dirty="0"/>
              <a:t> Identifies and resolved a “temporal leak” (2024 data in the 2023 source)</a:t>
            </a:r>
          </a:p>
          <a:p>
            <a:endParaRPr lang="en-CA" sz="3200" baseline="0" dirty="0"/>
          </a:p>
          <a:p>
            <a:endParaRPr lang="en-CA" sz="3200" baseline="0" dirty="0"/>
          </a:p>
          <a:p>
            <a:r>
              <a:rPr lang="en-CA" sz="3200" b="1" baseline="0" dirty="0"/>
              <a:t>Standardization: </a:t>
            </a:r>
            <a:r>
              <a:rPr lang="en-CA" sz="3200" baseline="0" dirty="0"/>
              <a:t>Aligned disparate naming conventions for cross-year parity</a:t>
            </a:r>
          </a:p>
          <a:p>
            <a:endParaRPr lang="en-CA" sz="3200" baseline="0" dirty="0"/>
          </a:p>
          <a:p>
            <a:endParaRPr lang="en-CA" sz="3200" baseline="0" dirty="0"/>
          </a:p>
          <a:p>
            <a:r>
              <a:rPr lang="en-CA" sz="3200" b="1" baseline="0" dirty="0"/>
              <a:t>Feature Engineering:</a:t>
            </a:r>
            <a:r>
              <a:rPr lang="en-CA" sz="3200" baseline="0" dirty="0"/>
              <a:t> Created a unified metric (total leads) to align with client goals</a:t>
            </a:r>
          </a:p>
          <a:p>
            <a:endParaRPr lang="en-CA" sz="3200" baseline="0" dirty="0"/>
          </a:p>
        </p:txBody>
      </p:sp>
      <p:sp>
        <p:nvSpPr>
          <p:cNvPr id="4"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A2CDD6BC-3F8D-0237-358E-2FE58566B888}"/>
              </a:ext>
            </a:extLst>
          </p:cNvPr>
          <p:cNvSpPr txBox="1"/>
          <p:nvPr/>
        </p:nvSpPr>
        <p:spPr>
          <a:xfrm>
            <a:off x="1283975" y="2186551"/>
            <a:ext cx="21610918" cy="5950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endParaRPr lang="en-CA" sz="3200" baseline="0" dirty="0">
              <a:latin typeface="PP Object Sans"/>
            </a:endParaRPr>
          </a:p>
        </p:txBody>
      </p:sp>
    </p:spTree>
    <p:extLst>
      <p:ext uri="{BB962C8B-B14F-4D97-AF65-F5344CB8AC3E}">
        <p14:creationId xmlns:p14="http://schemas.microsoft.com/office/powerpoint/2010/main" val="275581535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64ABF-8E95-748E-99C6-9F46352F2244}"/>
            </a:ext>
          </a:extLst>
        </p:cNvPr>
        <p:cNvGrpSpPr/>
        <p:nvPr/>
      </p:nvGrpSpPr>
      <p:grpSpPr>
        <a:xfrm>
          <a:off x="0" y="0"/>
          <a:ext cx="0" cy="0"/>
          <a:chOff x="0" y="0"/>
          <a:chExt cx="0" cy="0"/>
        </a:xfrm>
      </p:grpSpPr>
      <p:sp>
        <p:nvSpPr>
          <p:cNvPr id="2" name="Case Information">
            <a:extLst>
              <a:ext uri="{FF2B5EF4-FFF2-40B4-BE49-F238E27FC236}">
                <a16:creationId xmlns:a16="http://schemas.microsoft.com/office/drawing/2014/main" id="{DBA7C0C1-A2E0-79DA-CB8F-514AFD00BC8C}"/>
              </a:ext>
            </a:extLst>
          </p:cNvPr>
          <p:cNvSpPr txBox="1"/>
          <p:nvPr/>
        </p:nvSpPr>
        <p:spPr>
          <a:xfrm>
            <a:off x="4410635" y="1070214"/>
            <a:ext cx="15006918" cy="12899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defTabSz="2438338">
              <a:lnSpc>
                <a:spcPct val="140000"/>
              </a:lnSpc>
              <a:spcBef>
                <a:spcPts val="2200"/>
              </a:spcBef>
              <a:defRPr sz="1600" spc="0" baseline="0">
                <a:solidFill>
                  <a:srgbClr val="DF552C"/>
                </a:solidFill>
              </a:defRPr>
            </a:lvl1pPr>
          </a:lstStyle>
          <a:p>
            <a:r>
              <a:rPr lang="en-CA" sz="6600" dirty="0"/>
              <a:t>Traffic &amp; Acquisition</a:t>
            </a:r>
            <a:endParaRPr sz="6600" dirty="0"/>
          </a:p>
        </p:txBody>
      </p:sp>
      <p:sp>
        <p:nvSpPr>
          <p:cNvPr id="3"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9787E2D6-1473-3EAC-6F2B-AB3653C49CF8}"/>
              </a:ext>
            </a:extLst>
          </p:cNvPr>
          <p:cNvSpPr txBox="1"/>
          <p:nvPr/>
        </p:nvSpPr>
        <p:spPr>
          <a:xfrm>
            <a:off x="466165" y="3559447"/>
            <a:ext cx="9215717" cy="8966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chorCtr="0">
            <a:noAutofit/>
          </a:bodyPr>
          <a:lstStyle/>
          <a:p>
            <a:endParaRPr lang="en-CA" sz="3200" b="1" baseline="0" dirty="0"/>
          </a:p>
          <a:p>
            <a:endParaRPr lang="en-CA" sz="3200" b="1" baseline="0" dirty="0"/>
          </a:p>
          <a:p>
            <a:r>
              <a:rPr lang="en-CA" sz="3200" b="1" baseline="0" dirty="0"/>
              <a:t>Natural Search:</a:t>
            </a:r>
            <a:r>
              <a:rPr lang="en-CA" sz="3200" baseline="0" dirty="0"/>
              <a:t> Remains the bedrock of traffic volume</a:t>
            </a:r>
            <a:endParaRPr lang="en-CA" sz="3200" b="1" baseline="0" dirty="0"/>
          </a:p>
          <a:p>
            <a:endParaRPr lang="en-CA" sz="3200" baseline="0" dirty="0"/>
          </a:p>
          <a:p>
            <a:endParaRPr lang="en-CA" sz="3200" baseline="0" dirty="0"/>
          </a:p>
          <a:p>
            <a:endParaRPr lang="en-CA" sz="3200" baseline="0" dirty="0"/>
          </a:p>
          <a:p>
            <a:r>
              <a:rPr lang="en-CA" sz="3200" b="1" baseline="0" dirty="0"/>
              <a:t>Paid Social: </a:t>
            </a:r>
            <a:r>
              <a:rPr lang="en-CA" sz="3200" baseline="0" dirty="0"/>
              <a:t>Strategic pivot identified in 2024 –driving significant top-of-funnel awareness</a:t>
            </a:r>
          </a:p>
          <a:p>
            <a:endParaRPr lang="en-CA" sz="3200" baseline="0" dirty="0"/>
          </a:p>
          <a:p>
            <a:endParaRPr lang="en-CA" sz="3200" baseline="0" dirty="0"/>
          </a:p>
          <a:p>
            <a:r>
              <a:rPr lang="en-CA" sz="3200" b="1" baseline="0" dirty="0"/>
              <a:t>The Gap:</a:t>
            </a:r>
            <a:r>
              <a:rPr lang="en-CA" sz="3200" baseline="0" dirty="0"/>
              <a:t> High volume channels require high-efficiency landing paged to maintain ROI</a:t>
            </a:r>
          </a:p>
          <a:p>
            <a:endParaRPr lang="en-CA" sz="3200" baseline="0" dirty="0"/>
          </a:p>
        </p:txBody>
      </p:sp>
      <p:sp>
        <p:nvSpPr>
          <p:cNvPr id="4"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3DD6D233-8166-BD92-75CA-B69662B1DF97}"/>
              </a:ext>
            </a:extLst>
          </p:cNvPr>
          <p:cNvSpPr txBox="1"/>
          <p:nvPr/>
        </p:nvSpPr>
        <p:spPr>
          <a:xfrm>
            <a:off x="1283975" y="2186551"/>
            <a:ext cx="21610918" cy="5950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endParaRPr lang="en-CA" sz="3200" baseline="0" dirty="0">
              <a:latin typeface="PP Object Sans"/>
            </a:endParaRPr>
          </a:p>
        </p:txBody>
      </p:sp>
      <p:pic>
        <p:nvPicPr>
          <p:cNvPr id="7" name="Imagen 6">
            <a:extLst>
              <a:ext uri="{FF2B5EF4-FFF2-40B4-BE49-F238E27FC236}">
                <a16:creationId xmlns:a16="http://schemas.microsoft.com/office/drawing/2014/main" id="{67D85931-C1C8-F083-7A9F-C67BC4E33947}"/>
              </a:ext>
            </a:extLst>
          </p:cNvPr>
          <p:cNvPicPr>
            <a:picLocks noChangeAspect="1"/>
          </p:cNvPicPr>
          <p:nvPr/>
        </p:nvPicPr>
        <p:blipFill>
          <a:blip r:embed="rId3"/>
          <a:stretch>
            <a:fillRect/>
          </a:stretch>
        </p:blipFill>
        <p:spPr>
          <a:xfrm>
            <a:off x="9161930" y="3367782"/>
            <a:ext cx="14612472" cy="8734912"/>
          </a:xfrm>
          <a:prstGeom prst="rect">
            <a:avLst/>
          </a:prstGeom>
        </p:spPr>
      </p:pic>
    </p:spTree>
    <p:extLst>
      <p:ext uri="{BB962C8B-B14F-4D97-AF65-F5344CB8AC3E}">
        <p14:creationId xmlns:p14="http://schemas.microsoft.com/office/powerpoint/2010/main" val="111100097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6975F-E6F2-D224-7474-7F15AE8CD1AA}"/>
            </a:ext>
          </a:extLst>
        </p:cNvPr>
        <p:cNvGrpSpPr/>
        <p:nvPr/>
      </p:nvGrpSpPr>
      <p:grpSpPr>
        <a:xfrm>
          <a:off x="0" y="0"/>
          <a:ext cx="0" cy="0"/>
          <a:chOff x="0" y="0"/>
          <a:chExt cx="0" cy="0"/>
        </a:xfrm>
      </p:grpSpPr>
      <p:sp>
        <p:nvSpPr>
          <p:cNvPr id="2" name="Case Information">
            <a:extLst>
              <a:ext uri="{FF2B5EF4-FFF2-40B4-BE49-F238E27FC236}">
                <a16:creationId xmlns:a16="http://schemas.microsoft.com/office/drawing/2014/main" id="{6DE7FF3C-4373-E016-DF3B-826678CB7AD5}"/>
              </a:ext>
            </a:extLst>
          </p:cNvPr>
          <p:cNvSpPr txBox="1"/>
          <p:nvPr/>
        </p:nvSpPr>
        <p:spPr>
          <a:xfrm>
            <a:off x="4410635" y="1070214"/>
            <a:ext cx="15006918" cy="12899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defTabSz="2438338">
              <a:lnSpc>
                <a:spcPct val="140000"/>
              </a:lnSpc>
              <a:spcBef>
                <a:spcPts val="2200"/>
              </a:spcBef>
              <a:defRPr sz="1600" spc="0" baseline="0">
                <a:solidFill>
                  <a:srgbClr val="DF552C"/>
                </a:solidFill>
              </a:defRPr>
            </a:lvl1pPr>
          </a:lstStyle>
          <a:p>
            <a:r>
              <a:rPr lang="en-CA" sz="6600" dirty="0"/>
              <a:t>Strategic Trends: ICE vs BEV</a:t>
            </a:r>
            <a:endParaRPr sz="6600" dirty="0"/>
          </a:p>
        </p:txBody>
      </p:sp>
      <p:sp>
        <p:nvSpPr>
          <p:cNvPr id="3"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4631041E-1754-292A-4E96-FEB8A7174D1B}"/>
              </a:ext>
            </a:extLst>
          </p:cNvPr>
          <p:cNvSpPr txBox="1"/>
          <p:nvPr/>
        </p:nvSpPr>
        <p:spPr>
          <a:xfrm>
            <a:off x="1283976" y="3559447"/>
            <a:ext cx="8128966" cy="8966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chorCtr="0">
            <a:noAutofit/>
          </a:bodyPr>
          <a:lstStyle/>
          <a:p>
            <a:endParaRPr lang="en-CA" sz="3200" b="1" baseline="0" dirty="0"/>
          </a:p>
          <a:p>
            <a:endParaRPr lang="en-CA" sz="3200" b="1" baseline="0" dirty="0"/>
          </a:p>
          <a:p>
            <a:r>
              <a:rPr lang="en-CA" sz="3200" b="1" baseline="0" dirty="0"/>
              <a:t>The Paradox:</a:t>
            </a:r>
            <a:r>
              <a:rPr lang="en-CA" sz="3200" baseline="0" dirty="0"/>
              <a:t> Traffic for BEVs is down 22%, but </a:t>
            </a:r>
            <a:r>
              <a:rPr lang="en-CA" sz="3200" u="sng" baseline="0" dirty="0"/>
              <a:t>leads are up</a:t>
            </a:r>
            <a:r>
              <a:rPr lang="en-CA" sz="3200" b="1" baseline="0" dirty="0"/>
              <a:t> 94%</a:t>
            </a:r>
          </a:p>
          <a:p>
            <a:endParaRPr lang="en-CA" sz="3200" baseline="0" dirty="0"/>
          </a:p>
          <a:p>
            <a:endParaRPr lang="en-CA" sz="3200" baseline="0" dirty="0"/>
          </a:p>
          <a:p>
            <a:endParaRPr lang="en-CA" sz="3200" baseline="0" dirty="0"/>
          </a:p>
          <a:p>
            <a:r>
              <a:rPr lang="en-CA" sz="3200" b="1" baseline="0" dirty="0"/>
              <a:t>Efficiency: </a:t>
            </a:r>
            <a:r>
              <a:rPr lang="en-CA" sz="3200" baseline="0" dirty="0"/>
              <a:t>We have moved past the “curiosity phase”. The current audience is highly qualified and ready to convert</a:t>
            </a:r>
          </a:p>
          <a:p>
            <a:endParaRPr lang="en-CA" sz="3200" baseline="0" dirty="0"/>
          </a:p>
          <a:p>
            <a:endParaRPr lang="en-CA" sz="3200" baseline="0" dirty="0"/>
          </a:p>
          <a:p>
            <a:endParaRPr lang="en-CA" sz="3200" baseline="0" dirty="0"/>
          </a:p>
          <a:p>
            <a:endParaRPr lang="en-CA" sz="3200" baseline="0" dirty="0"/>
          </a:p>
          <a:p>
            <a:endParaRPr lang="en-CA" sz="3200" baseline="0" dirty="0"/>
          </a:p>
        </p:txBody>
      </p:sp>
      <p:sp>
        <p:nvSpPr>
          <p:cNvPr id="4"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348F30FE-48C6-4B7D-5331-5F3F74DBDDC7}"/>
              </a:ext>
            </a:extLst>
          </p:cNvPr>
          <p:cNvSpPr txBox="1"/>
          <p:nvPr/>
        </p:nvSpPr>
        <p:spPr>
          <a:xfrm>
            <a:off x="1283975" y="2186551"/>
            <a:ext cx="21610918" cy="5950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endParaRPr lang="en-CA" sz="3200" baseline="0" dirty="0">
              <a:latin typeface="PP Object Sans"/>
            </a:endParaRPr>
          </a:p>
        </p:txBody>
      </p:sp>
      <p:pic>
        <p:nvPicPr>
          <p:cNvPr id="11" name="Imagen 10">
            <a:extLst>
              <a:ext uri="{FF2B5EF4-FFF2-40B4-BE49-F238E27FC236}">
                <a16:creationId xmlns:a16="http://schemas.microsoft.com/office/drawing/2014/main" id="{BA7FE7EC-992F-E5B5-3178-6D4B6A44A14A}"/>
              </a:ext>
            </a:extLst>
          </p:cNvPr>
          <p:cNvPicPr>
            <a:picLocks noChangeAspect="1"/>
          </p:cNvPicPr>
          <p:nvPr/>
        </p:nvPicPr>
        <p:blipFill>
          <a:blip r:embed="rId3"/>
          <a:stretch>
            <a:fillRect/>
          </a:stretch>
        </p:blipFill>
        <p:spPr>
          <a:xfrm>
            <a:off x="9164969" y="3137980"/>
            <a:ext cx="14669515" cy="8751278"/>
          </a:xfrm>
          <a:prstGeom prst="rect">
            <a:avLst/>
          </a:prstGeom>
        </p:spPr>
      </p:pic>
    </p:spTree>
    <p:extLst>
      <p:ext uri="{BB962C8B-B14F-4D97-AF65-F5344CB8AC3E}">
        <p14:creationId xmlns:p14="http://schemas.microsoft.com/office/powerpoint/2010/main" val="48673473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8A287-E0EF-8A37-C8EF-AE9D04D649BE}"/>
            </a:ext>
          </a:extLst>
        </p:cNvPr>
        <p:cNvGrpSpPr/>
        <p:nvPr/>
      </p:nvGrpSpPr>
      <p:grpSpPr>
        <a:xfrm>
          <a:off x="0" y="0"/>
          <a:ext cx="0" cy="0"/>
          <a:chOff x="0" y="0"/>
          <a:chExt cx="0" cy="0"/>
        </a:xfrm>
      </p:grpSpPr>
      <p:sp>
        <p:nvSpPr>
          <p:cNvPr id="2" name="Case Information">
            <a:extLst>
              <a:ext uri="{FF2B5EF4-FFF2-40B4-BE49-F238E27FC236}">
                <a16:creationId xmlns:a16="http://schemas.microsoft.com/office/drawing/2014/main" id="{00A8333A-9653-9429-EDA9-2AFDE70AFB14}"/>
              </a:ext>
            </a:extLst>
          </p:cNvPr>
          <p:cNvSpPr txBox="1"/>
          <p:nvPr/>
        </p:nvSpPr>
        <p:spPr>
          <a:xfrm>
            <a:off x="2438400" y="1070214"/>
            <a:ext cx="20472431" cy="12899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defTabSz="2438338">
              <a:lnSpc>
                <a:spcPct val="140000"/>
              </a:lnSpc>
              <a:spcBef>
                <a:spcPts val="2200"/>
              </a:spcBef>
              <a:defRPr sz="1600" spc="0" baseline="0">
                <a:solidFill>
                  <a:srgbClr val="DF552C"/>
                </a:solidFill>
              </a:defRPr>
            </a:lvl1pPr>
          </a:lstStyle>
          <a:p>
            <a:r>
              <a:rPr lang="en-CA" sz="6600" dirty="0"/>
              <a:t>Portfolio Strategy: Volume Leaders vs Efficiency Gems</a:t>
            </a:r>
            <a:endParaRPr sz="6600" dirty="0"/>
          </a:p>
        </p:txBody>
      </p:sp>
      <p:sp>
        <p:nvSpPr>
          <p:cNvPr id="3"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571654A9-D2A4-2A3A-6A00-B2513315F031}"/>
              </a:ext>
            </a:extLst>
          </p:cNvPr>
          <p:cNvSpPr txBox="1"/>
          <p:nvPr/>
        </p:nvSpPr>
        <p:spPr>
          <a:xfrm>
            <a:off x="1283976" y="3559447"/>
            <a:ext cx="8128966" cy="8966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chorCtr="0">
            <a:noAutofit/>
          </a:bodyPr>
          <a:lstStyle/>
          <a:p>
            <a:endParaRPr lang="en-CA" sz="3200" b="1" baseline="0" dirty="0"/>
          </a:p>
          <a:p>
            <a:endParaRPr lang="en-CA" sz="3200" b="1" baseline="0" dirty="0"/>
          </a:p>
          <a:p>
            <a:r>
              <a:rPr lang="en-CA" sz="3200" b="1" baseline="0" dirty="0"/>
              <a:t>Volume Anchor:</a:t>
            </a:r>
            <a:r>
              <a:rPr lang="en-CA" sz="3200" baseline="0" dirty="0"/>
              <a:t> Model A remains the primary driver of site traffic</a:t>
            </a:r>
          </a:p>
          <a:p>
            <a:endParaRPr lang="en-CA" sz="3200" baseline="0" dirty="0"/>
          </a:p>
          <a:p>
            <a:endParaRPr lang="en-CA" sz="3200" baseline="0" dirty="0"/>
          </a:p>
          <a:p>
            <a:r>
              <a:rPr lang="en-CA" sz="3200" b="1" baseline="0" dirty="0"/>
              <a:t>Efficiency Leader: </a:t>
            </a:r>
            <a:r>
              <a:rPr lang="en-CA" sz="3200" baseline="0" dirty="0"/>
              <a:t>Model E has the highest Lead Conversation Rate</a:t>
            </a:r>
          </a:p>
          <a:p>
            <a:endParaRPr lang="en-CA" sz="3200" baseline="0" dirty="0"/>
          </a:p>
          <a:p>
            <a:endParaRPr lang="en-CA" sz="3200" baseline="0" dirty="0"/>
          </a:p>
          <a:p>
            <a:r>
              <a:rPr lang="en-CA" sz="3200" b="1" baseline="0" dirty="0"/>
              <a:t>Growth Lever:</a:t>
            </a:r>
            <a:r>
              <a:rPr lang="en-CA" sz="3200" baseline="0" dirty="0"/>
              <a:t> Reallocating media spend toward high-conversion models</a:t>
            </a:r>
          </a:p>
          <a:p>
            <a:endParaRPr lang="en-CA" sz="3200" baseline="0" dirty="0"/>
          </a:p>
          <a:p>
            <a:endParaRPr lang="en-CA" sz="3200" baseline="0" dirty="0"/>
          </a:p>
          <a:p>
            <a:endParaRPr lang="en-CA" sz="3200" baseline="0" dirty="0"/>
          </a:p>
          <a:p>
            <a:endParaRPr lang="en-CA" sz="3200" baseline="0" dirty="0"/>
          </a:p>
        </p:txBody>
      </p:sp>
      <p:sp>
        <p:nvSpPr>
          <p:cNvPr id="4"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84AA9BD8-A7FF-9249-C91D-F6177D9DDAE5}"/>
              </a:ext>
            </a:extLst>
          </p:cNvPr>
          <p:cNvSpPr txBox="1"/>
          <p:nvPr/>
        </p:nvSpPr>
        <p:spPr>
          <a:xfrm>
            <a:off x="731525" y="2128612"/>
            <a:ext cx="21610918" cy="5950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endParaRPr lang="en-CA" sz="3200" baseline="0" dirty="0">
              <a:latin typeface="PP Object Sans"/>
            </a:endParaRPr>
          </a:p>
        </p:txBody>
      </p:sp>
      <p:pic>
        <p:nvPicPr>
          <p:cNvPr id="6" name="Imagen 5">
            <a:extLst>
              <a:ext uri="{FF2B5EF4-FFF2-40B4-BE49-F238E27FC236}">
                <a16:creationId xmlns:a16="http://schemas.microsoft.com/office/drawing/2014/main" id="{49C692FC-7BF5-04C7-3309-86B25B3E3F87}"/>
              </a:ext>
            </a:extLst>
          </p:cNvPr>
          <p:cNvPicPr>
            <a:picLocks noChangeAspect="1"/>
          </p:cNvPicPr>
          <p:nvPr/>
        </p:nvPicPr>
        <p:blipFill>
          <a:blip r:embed="rId3"/>
          <a:stretch>
            <a:fillRect/>
          </a:stretch>
        </p:blipFill>
        <p:spPr>
          <a:xfrm>
            <a:off x="9981331" y="3285956"/>
            <a:ext cx="14137078" cy="8467894"/>
          </a:xfrm>
          <a:prstGeom prst="rect">
            <a:avLst/>
          </a:prstGeom>
        </p:spPr>
      </p:pic>
    </p:spTree>
    <p:extLst>
      <p:ext uri="{BB962C8B-B14F-4D97-AF65-F5344CB8AC3E}">
        <p14:creationId xmlns:p14="http://schemas.microsoft.com/office/powerpoint/2010/main" val="63355297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019E1-8E7E-B38E-992E-515AAC42C7AB}"/>
            </a:ext>
          </a:extLst>
        </p:cNvPr>
        <p:cNvGrpSpPr/>
        <p:nvPr/>
      </p:nvGrpSpPr>
      <p:grpSpPr>
        <a:xfrm>
          <a:off x="0" y="0"/>
          <a:ext cx="0" cy="0"/>
          <a:chOff x="0" y="0"/>
          <a:chExt cx="0" cy="0"/>
        </a:xfrm>
      </p:grpSpPr>
      <p:sp>
        <p:nvSpPr>
          <p:cNvPr id="2" name="Case Information">
            <a:extLst>
              <a:ext uri="{FF2B5EF4-FFF2-40B4-BE49-F238E27FC236}">
                <a16:creationId xmlns:a16="http://schemas.microsoft.com/office/drawing/2014/main" id="{9DAC905C-9FB4-C6C3-3260-9777F44420C5}"/>
              </a:ext>
            </a:extLst>
          </p:cNvPr>
          <p:cNvSpPr txBox="1"/>
          <p:nvPr/>
        </p:nvSpPr>
        <p:spPr>
          <a:xfrm>
            <a:off x="4410635" y="1070214"/>
            <a:ext cx="15006918" cy="12899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defTabSz="2438338">
              <a:lnSpc>
                <a:spcPct val="140000"/>
              </a:lnSpc>
              <a:spcBef>
                <a:spcPts val="2200"/>
              </a:spcBef>
              <a:defRPr sz="1600" spc="0" baseline="0">
                <a:solidFill>
                  <a:srgbClr val="DF552C"/>
                </a:solidFill>
              </a:defRPr>
            </a:lvl1pPr>
          </a:lstStyle>
          <a:p>
            <a:r>
              <a:rPr lang="en-CA" sz="6600" dirty="0"/>
              <a:t>Margin for Improvement</a:t>
            </a:r>
            <a:endParaRPr sz="6600" dirty="0"/>
          </a:p>
        </p:txBody>
      </p:sp>
      <p:sp>
        <p:nvSpPr>
          <p:cNvPr id="3"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6A20B91C-C2BD-E4B6-47B2-06C41F494CB1}"/>
              </a:ext>
            </a:extLst>
          </p:cNvPr>
          <p:cNvSpPr txBox="1"/>
          <p:nvPr/>
        </p:nvSpPr>
        <p:spPr>
          <a:xfrm>
            <a:off x="826776" y="3559446"/>
            <a:ext cx="8128966" cy="8966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chorCtr="0">
            <a:noAutofit/>
          </a:bodyPr>
          <a:lstStyle/>
          <a:p>
            <a:endParaRPr lang="en-CA" sz="3200" b="1" baseline="0" dirty="0"/>
          </a:p>
          <a:p>
            <a:endParaRPr lang="en-CA" sz="3200" b="1" baseline="0" dirty="0"/>
          </a:p>
          <a:p>
            <a:r>
              <a:rPr lang="en-CA" sz="3200" b="1" baseline="0" dirty="0"/>
              <a:t>Model E:</a:t>
            </a:r>
            <a:r>
              <a:rPr lang="en-CA" sz="3200" baseline="0" dirty="0"/>
              <a:t> High completion rates, but a start rate drop-off</a:t>
            </a:r>
          </a:p>
          <a:p>
            <a:endParaRPr lang="en-CA" sz="3200" baseline="0" dirty="0"/>
          </a:p>
          <a:p>
            <a:endParaRPr lang="en-CA" sz="3200" baseline="0" dirty="0"/>
          </a:p>
          <a:p>
            <a:r>
              <a:rPr lang="en-CA" sz="3200" b="1" baseline="0" dirty="0"/>
              <a:t>Problem: </a:t>
            </a:r>
            <a:r>
              <a:rPr lang="en-CA" sz="3200" baseline="0" dirty="0"/>
              <a:t>Friction at the “Build Your Car” entry point</a:t>
            </a:r>
          </a:p>
          <a:p>
            <a:endParaRPr lang="en-CA" sz="3200" baseline="0" dirty="0"/>
          </a:p>
          <a:p>
            <a:endParaRPr lang="en-CA" sz="3200" baseline="0" dirty="0"/>
          </a:p>
          <a:p>
            <a:r>
              <a:rPr lang="en-CA" sz="3200" b="1" baseline="0" dirty="0"/>
              <a:t>The Fix:</a:t>
            </a:r>
            <a:r>
              <a:rPr lang="en-CA" sz="3200" baseline="0" dirty="0"/>
              <a:t> Optimize CTA placement and price transparency on landing pages</a:t>
            </a:r>
          </a:p>
          <a:p>
            <a:endParaRPr lang="en-CA" sz="3200" baseline="0" dirty="0"/>
          </a:p>
          <a:p>
            <a:endParaRPr lang="en-CA" sz="3200" baseline="0" dirty="0"/>
          </a:p>
          <a:p>
            <a:endParaRPr lang="en-CA" sz="3200" baseline="0" dirty="0"/>
          </a:p>
          <a:p>
            <a:endParaRPr lang="en-CA" sz="3200" baseline="0" dirty="0"/>
          </a:p>
          <a:p>
            <a:endParaRPr lang="en-CA" sz="3200" baseline="0" dirty="0"/>
          </a:p>
        </p:txBody>
      </p:sp>
      <p:sp>
        <p:nvSpPr>
          <p:cNvPr id="4"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DC605D46-F355-7336-54BB-F6DD8EF44CF9}"/>
              </a:ext>
            </a:extLst>
          </p:cNvPr>
          <p:cNvSpPr txBox="1"/>
          <p:nvPr/>
        </p:nvSpPr>
        <p:spPr>
          <a:xfrm>
            <a:off x="1283975" y="2186551"/>
            <a:ext cx="21610918" cy="5950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endParaRPr lang="en-CA" sz="3200" baseline="0" dirty="0">
              <a:latin typeface="PP Object Sans"/>
            </a:endParaRPr>
          </a:p>
        </p:txBody>
      </p:sp>
      <p:pic>
        <p:nvPicPr>
          <p:cNvPr id="6" name="Imagen 5">
            <a:extLst>
              <a:ext uri="{FF2B5EF4-FFF2-40B4-BE49-F238E27FC236}">
                <a16:creationId xmlns:a16="http://schemas.microsoft.com/office/drawing/2014/main" id="{A574CEF1-52B2-4239-254B-050515416D6F}"/>
              </a:ext>
            </a:extLst>
          </p:cNvPr>
          <p:cNvPicPr>
            <a:picLocks noChangeAspect="1"/>
          </p:cNvPicPr>
          <p:nvPr/>
        </p:nvPicPr>
        <p:blipFill>
          <a:blip r:embed="rId3"/>
          <a:stretch>
            <a:fillRect/>
          </a:stretch>
        </p:blipFill>
        <p:spPr>
          <a:xfrm>
            <a:off x="8699880" y="3897923"/>
            <a:ext cx="15818262" cy="7824087"/>
          </a:xfrm>
          <a:prstGeom prst="rect">
            <a:avLst/>
          </a:prstGeom>
        </p:spPr>
      </p:pic>
    </p:spTree>
    <p:extLst>
      <p:ext uri="{BB962C8B-B14F-4D97-AF65-F5344CB8AC3E}">
        <p14:creationId xmlns:p14="http://schemas.microsoft.com/office/powerpoint/2010/main" val="307677668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3974E-6F25-0543-18D2-164ACCE1122C}"/>
            </a:ext>
          </a:extLst>
        </p:cNvPr>
        <p:cNvGrpSpPr/>
        <p:nvPr/>
      </p:nvGrpSpPr>
      <p:grpSpPr>
        <a:xfrm>
          <a:off x="0" y="0"/>
          <a:ext cx="0" cy="0"/>
          <a:chOff x="0" y="0"/>
          <a:chExt cx="0" cy="0"/>
        </a:xfrm>
      </p:grpSpPr>
      <p:sp>
        <p:nvSpPr>
          <p:cNvPr id="2" name="Case Information">
            <a:extLst>
              <a:ext uri="{FF2B5EF4-FFF2-40B4-BE49-F238E27FC236}">
                <a16:creationId xmlns:a16="http://schemas.microsoft.com/office/drawing/2014/main" id="{62A92C67-CE59-BA49-9AE0-33045D843DB0}"/>
              </a:ext>
            </a:extLst>
          </p:cNvPr>
          <p:cNvSpPr txBox="1"/>
          <p:nvPr/>
        </p:nvSpPr>
        <p:spPr>
          <a:xfrm>
            <a:off x="4410635" y="1070214"/>
            <a:ext cx="15006918" cy="12899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defTabSz="2438338">
              <a:lnSpc>
                <a:spcPct val="140000"/>
              </a:lnSpc>
              <a:spcBef>
                <a:spcPts val="2200"/>
              </a:spcBef>
              <a:defRPr sz="1600" spc="0" baseline="0">
                <a:solidFill>
                  <a:srgbClr val="DF552C"/>
                </a:solidFill>
              </a:defRPr>
            </a:lvl1pPr>
          </a:lstStyle>
          <a:p>
            <a:r>
              <a:rPr lang="en-CA" sz="6600" dirty="0"/>
              <a:t>Predictive Analytics &amp; 2025 Forecast</a:t>
            </a:r>
            <a:endParaRPr sz="6600" dirty="0"/>
          </a:p>
        </p:txBody>
      </p:sp>
      <p:sp>
        <p:nvSpPr>
          <p:cNvPr id="3"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0A2AFE61-1A6B-5E0C-60A0-08165AA1FA70}"/>
              </a:ext>
            </a:extLst>
          </p:cNvPr>
          <p:cNvSpPr txBox="1"/>
          <p:nvPr/>
        </p:nvSpPr>
        <p:spPr>
          <a:xfrm>
            <a:off x="1283976" y="3559447"/>
            <a:ext cx="8128966" cy="8966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chorCtr="0">
            <a:noAutofit/>
          </a:bodyPr>
          <a:lstStyle/>
          <a:p>
            <a:endParaRPr lang="en-CA" sz="3200" b="1" baseline="0" dirty="0"/>
          </a:p>
          <a:p>
            <a:endParaRPr lang="en-CA" sz="3200" b="1" baseline="0" dirty="0"/>
          </a:p>
          <a:p>
            <a:r>
              <a:rPr lang="en-CA" sz="3200" b="1" baseline="0" dirty="0"/>
              <a:t>Linear Baseline:</a:t>
            </a:r>
            <a:r>
              <a:rPr lang="en-CA" sz="3200" baseline="0" dirty="0"/>
              <a:t> Projecting 54k leads for 2025 based on current momentum</a:t>
            </a:r>
          </a:p>
          <a:p>
            <a:endParaRPr lang="en-CA" sz="3200" baseline="0" dirty="0"/>
          </a:p>
          <a:p>
            <a:endParaRPr lang="en-CA" sz="3200" baseline="0" dirty="0"/>
          </a:p>
          <a:p>
            <a:r>
              <a:rPr lang="en-CA" sz="3200" b="1" baseline="0" dirty="0"/>
              <a:t>Key Driver: </a:t>
            </a:r>
            <a:r>
              <a:rPr lang="en-CA" sz="3200" baseline="0" dirty="0"/>
              <a:t>Random Forest modeling identifies “complete configuration” as the #1 statistical predictor of a lead</a:t>
            </a:r>
          </a:p>
          <a:p>
            <a:endParaRPr lang="en-CA" sz="3200" baseline="0" dirty="0"/>
          </a:p>
          <a:p>
            <a:endParaRPr lang="en-CA" sz="3200" baseline="0" dirty="0"/>
          </a:p>
          <a:p>
            <a:r>
              <a:rPr lang="en-CA" sz="3200" b="1" baseline="0" dirty="0"/>
              <a:t>Strategy:</a:t>
            </a:r>
            <a:r>
              <a:rPr lang="en-CA" sz="3200" baseline="0" dirty="0"/>
              <a:t> Focus all optimizations on driving “configurator completions” to outperform this forecast</a:t>
            </a:r>
          </a:p>
          <a:p>
            <a:endParaRPr lang="en-CA" sz="3200" baseline="0" dirty="0"/>
          </a:p>
          <a:p>
            <a:endParaRPr lang="en-CA" sz="3200" baseline="0" dirty="0"/>
          </a:p>
          <a:p>
            <a:endParaRPr lang="en-CA" sz="3200" baseline="0" dirty="0"/>
          </a:p>
          <a:p>
            <a:endParaRPr lang="en-CA" sz="3200" baseline="0" dirty="0"/>
          </a:p>
        </p:txBody>
      </p:sp>
      <p:sp>
        <p:nvSpPr>
          <p:cNvPr id="4"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CF98D65F-0002-DF72-0859-9E68EB8409D2}"/>
              </a:ext>
            </a:extLst>
          </p:cNvPr>
          <p:cNvSpPr txBox="1"/>
          <p:nvPr/>
        </p:nvSpPr>
        <p:spPr>
          <a:xfrm>
            <a:off x="1283975" y="2186551"/>
            <a:ext cx="21610918" cy="5950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endParaRPr lang="en-CA" sz="3200" baseline="0" dirty="0">
              <a:latin typeface="PP Object Sans"/>
            </a:endParaRPr>
          </a:p>
        </p:txBody>
      </p:sp>
      <p:pic>
        <p:nvPicPr>
          <p:cNvPr id="6" name="Imagen 5">
            <a:extLst>
              <a:ext uri="{FF2B5EF4-FFF2-40B4-BE49-F238E27FC236}">
                <a16:creationId xmlns:a16="http://schemas.microsoft.com/office/drawing/2014/main" id="{6EC9783D-B0D8-F2A5-3F41-CEAAB36FA6D9}"/>
              </a:ext>
            </a:extLst>
          </p:cNvPr>
          <p:cNvPicPr>
            <a:picLocks noChangeAspect="1"/>
          </p:cNvPicPr>
          <p:nvPr/>
        </p:nvPicPr>
        <p:blipFill>
          <a:blip r:embed="rId3"/>
          <a:stretch>
            <a:fillRect/>
          </a:stretch>
        </p:blipFill>
        <p:spPr>
          <a:xfrm>
            <a:off x="8952254" y="3724274"/>
            <a:ext cx="15452216" cy="7667626"/>
          </a:xfrm>
          <a:prstGeom prst="rect">
            <a:avLst/>
          </a:prstGeom>
        </p:spPr>
      </p:pic>
    </p:spTree>
    <p:extLst>
      <p:ext uri="{BB962C8B-B14F-4D97-AF65-F5344CB8AC3E}">
        <p14:creationId xmlns:p14="http://schemas.microsoft.com/office/powerpoint/2010/main" val="42992940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33F0C-6C4A-74F8-8A2E-8A8AB1B8E13A}"/>
            </a:ext>
          </a:extLst>
        </p:cNvPr>
        <p:cNvGrpSpPr/>
        <p:nvPr/>
      </p:nvGrpSpPr>
      <p:grpSpPr>
        <a:xfrm>
          <a:off x="0" y="0"/>
          <a:ext cx="0" cy="0"/>
          <a:chOff x="0" y="0"/>
          <a:chExt cx="0" cy="0"/>
        </a:xfrm>
      </p:grpSpPr>
      <p:sp>
        <p:nvSpPr>
          <p:cNvPr id="2" name="Case Information">
            <a:extLst>
              <a:ext uri="{FF2B5EF4-FFF2-40B4-BE49-F238E27FC236}">
                <a16:creationId xmlns:a16="http://schemas.microsoft.com/office/drawing/2014/main" id="{79D64B2B-CBB2-B39A-8651-AE006A456713}"/>
              </a:ext>
            </a:extLst>
          </p:cNvPr>
          <p:cNvSpPr txBox="1"/>
          <p:nvPr/>
        </p:nvSpPr>
        <p:spPr>
          <a:xfrm>
            <a:off x="4410635" y="1070214"/>
            <a:ext cx="15006918" cy="12899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defTabSz="2438338">
              <a:lnSpc>
                <a:spcPct val="140000"/>
              </a:lnSpc>
              <a:spcBef>
                <a:spcPts val="2200"/>
              </a:spcBef>
              <a:defRPr sz="1600" spc="0" baseline="0">
                <a:solidFill>
                  <a:srgbClr val="DF552C"/>
                </a:solidFill>
              </a:defRPr>
            </a:lvl1pPr>
          </a:lstStyle>
          <a:p>
            <a:r>
              <a:rPr lang="en-CA" sz="6600" dirty="0"/>
              <a:t>Scaling the Strategy</a:t>
            </a:r>
            <a:endParaRPr sz="6600" dirty="0"/>
          </a:p>
        </p:txBody>
      </p:sp>
      <p:sp>
        <p:nvSpPr>
          <p:cNvPr id="3"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A970BE0E-B484-3424-004E-DAF8E844981C}"/>
              </a:ext>
            </a:extLst>
          </p:cNvPr>
          <p:cNvSpPr txBox="1"/>
          <p:nvPr/>
        </p:nvSpPr>
        <p:spPr>
          <a:xfrm>
            <a:off x="1283976" y="3559447"/>
            <a:ext cx="15118074" cy="8966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chorCtr="0">
            <a:noAutofit/>
          </a:bodyPr>
          <a:lstStyle/>
          <a:p>
            <a:endParaRPr lang="en-CA" sz="3200" b="1" baseline="0" dirty="0"/>
          </a:p>
          <a:p>
            <a:endParaRPr lang="en-CA" sz="3200" b="1" baseline="0" dirty="0"/>
          </a:p>
          <a:p>
            <a:r>
              <a:rPr lang="en-CA" sz="3200" b="1" baseline="0" dirty="0"/>
              <a:t>Media Spend Dara:</a:t>
            </a:r>
            <a:r>
              <a:rPr lang="en-CA" sz="3200" baseline="0" dirty="0"/>
              <a:t> Required to calculate true </a:t>
            </a:r>
            <a:r>
              <a:rPr lang="en-CA" sz="3200" u="sng" baseline="0" dirty="0"/>
              <a:t>Cost per Lead</a:t>
            </a:r>
            <a:r>
              <a:rPr lang="en-CA" sz="3200" baseline="0" dirty="0"/>
              <a:t> (CPL)</a:t>
            </a:r>
          </a:p>
          <a:p>
            <a:endParaRPr lang="en-CA" sz="3200" baseline="0" dirty="0"/>
          </a:p>
          <a:p>
            <a:endParaRPr lang="en-CA" sz="3200" baseline="0" dirty="0"/>
          </a:p>
          <a:p>
            <a:r>
              <a:rPr lang="en-CA" sz="3200" b="1" baseline="0" dirty="0"/>
              <a:t>Attribution Modeling: </a:t>
            </a:r>
            <a:r>
              <a:rPr lang="en-CA" sz="3200" baseline="0" dirty="0"/>
              <a:t>To understand how paid social interacts with natural search</a:t>
            </a:r>
          </a:p>
          <a:p>
            <a:endParaRPr lang="en-CA" sz="3200" baseline="0" dirty="0"/>
          </a:p>
          <a:p>
            <a:endParaRPr lang="en-CA" sz="3200" baseline="0" dirty="0"/>
          </a:p>
          <a:p>
            <a:r>
              <a:rPr lang="en-CA" sz="3200" b="1" baseline="0" dirty="0"/>
              <a:t>Offline Conversion:</a:t>
            </a:r>
            <a:r>
              <a:rPr lang="en-CA" sz="3200" baseline="0" dirty="0"/>
              <a:t> Tracking leads to actual dealership sales to measure true ROI</a:t>
            </a:r>
          </a:p>
          <a:p>
            <a:endParaRPr lang="en-CA" sz="3200" baseline="0" dirty="0"/>
          </a:p>
          <a:p>
            <a:endParaRPr lang="en-CA" sz="3200" baseline="0" dirty="0"/>
          </a:p>
          <a:p>
            <a:endParaRPr lang="en-CA" sz="3200" baseline="0" dirty="0"/>
          </a:p>
        </p:txBody>
      </p:sp>
      <p:sp>
        <p:nvSpPr>
          <p:cNvPr id="4"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3DCACAC9-849A-CE1F-79C6-4D7D78C27DC5}"/>
              </a:ext>
            </a:extLst>
          </p:cNvPr>
          <p:cNvSpPr txBox="1"/>
          <p:nvPr/>
        </p:nvSpPr>
        <p:spPr>
          <a:xfrm>
            <a:off x="1283975" y="2186551"/>
            <a:ext cx="21610918" cy="5950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endParaRPr lang="en-CA" sz="3200" baseline="0" dirty="0">
              <a:latin typeface="PP Object Sans"/>
            </a:endParaRPr>
          </a:p>
        </p:txBody>
      </p:sp>
    </p:spTree>
    <p:extLst>
      <p:ext uri="{BB962C8B-B14F-4D97-AF65-F5344CB8AC3E}">
        <p14:creationId xmlns:p14="http://schemas.microsoft.com/office/powerpoint/2010/main" val="235785136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1DD6E-8C2E-CB48-7C40-BCE289A021CB}"/>
            </a:ext>
          </a:extLst>
        </p:cNvPr>
        <p:cNvGrpSpPr/>
        <p:nvPr/>
      </p:nvGrpSpPr>
      <p:grpSpPr>
        <a:xfrm>
          <a:off x="0" y="0"/>
          <a:ext cx="0" cy="0"/>
          <a:chOff x="0" y="0"/>
          <a:chExt cx="0" cy="0"/>
        </a:xfrm>
      </p:grpSpPr>
      <p:sp>
        <p:nvSpPr>
          <p:cNvPr id="2" name="Case Information">
            <a:extLst>
              <a:ext uri="{FF2B5EF4-FFF2-40B4-BE49-F238E27FC236}">
                <a16:creationId xmlns:a16="http://schemas.microsoft.com/office/drawing/2014/main" id="{3EA10208-6041-5BFF-5184-4A50705F73C8}"/>
              </a:ext>
            </a:extLst>
          </p:cNvPr>
          <p:cNvSpPr txBox="1"/>
          <p:nvPr/>
        </p:nvSpPr>
        <p:spPr>
          <a:xfrm>
            <a:off x="4410635" y="1070214"/>
            <a:ext cx="15006918" cy="12899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ctr" defTabSz="2438338">
              <a:lnSpc>
                <a:spcPct val="140000"/>
              </a:lnSpc>
              <a:spcBef>
                <a:spcPts val="2200"/>
              </a:spcBef>
              <a:defRPr sz="1600" spc="0" baseline="0">
                <a:solidFill>
                  <a:srgbClr val="DF552C"/>
                </a:solidFill>
              </a:defRPr>
            </a:lvl1pPr>
          </a:lstStyle>
          <a:p>
            <a:r>
              <a:rPr lang="en-CA" sz="6600" dirty="0"/>
              <a:t>Predictive Analytics &amp; 2025 Forecast</a:t>
            </a:r>
            <a:endParaRPr sz="6600" dirty="0"/>
          </a:p>
        </p:txBody>
      </p:sp>
      <p:sp>
        <p:nvSpPr>
          <p:cNvPr id="3"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E2E2D6C0-6B08-2E78-F29A-820C72C34050}"/>
              </a:ext>
            </a:extLst>
          </p:cNvPr>
          <p:cNvSpPr txBox="1"/>
          <p:nvPr/>
        </p:nvSpPr>
        <p:spPr>
          <a:xfrm>
            <a:off x="1283976" y="3559447"/>
            <a:ext cx="8128966" cy="89665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chorCtr="0">
            <a:noAutofit/>
          </a:bodyPr>
          <a:lstStyle/>
          <a:p>
            <a:endParaRPr lang="en-CA" sz="3200" b="1" baseline="0" dirty="0"/>
          </a:p>
          <a:p>
            <a:endParaRPr lang="en-CA" sz="3200" b="1" baseline="0" dirty="0"/>
          </a:p>
          <a:p>
            <a:r>
              <a:rPr lang="en-CA" sz="3200" b="1" baseline="0" dirty="0"/>
              <a:t>Linear Baseline:</a:t>
            </a:r>
            <a:r>
              <a:rPr lang="en-CA" sz="3200" baseline="0" dirty="0"/>
              <a:t> Projecting 54k leads for 2025 based on current momentum</a:t>
            </a:r>
          </a:p>
          <a:p>
            <a:endParaRPr lang="en-CA" sz="3200" baseline="0" dirty="0"/>
          </a:p>
          <a:p>
            <a:endParaRPr lang="en-CA" sz="3200" baseline="0" dirty="0"/>
          </a:p>
          <a:p>
            <a:r>
              <a:rPr lang="en-CA" sz="3200" b="1" baseline="0" dirty="0"/>
              <a:t>Key Driver: </a:t>
            </a:r>
            <a:r>
              <a:rPr lang="en-CA" sz="3200" baseline="0" dirty="0"/>
              <a:t>Random Forest modeling identifies “complete configuration” as the #1 statistical predictor of a lead</a:t>
            </a:r>
          </a:p>
          <a:p>
            <a:endParaRPr lang="en-CA" sz="3200" baseline="0" dirty="0"/>
          </a:p>
          <a:p>
            <a:endParaRPr lang="en-CA" sz="3200" baseline="0" dirty="0"/>
          </a:p>
          <a:p>
            <a:r>
              <a:rPr lang="en-CA" sz="3200" b="1" baseline="0" dirty="0"/>
              <a:t>Strategy:</a:t>
            </a:r>
            <a:r>
              <a:rPr lang="en-CA" sz="3200" baseline="0" dirty="0"/>
              <a:t> Focus all optimizations on driving “configurator completions” to outperform this forecast</a:t>
            </a:r>
          </a:p>
          <a:p>
            <a:endParaRPr lang="en-CA" sz="3200" baseline="0" dirty="0"/>
          </a:p>
          <a:p>
            <a:endParaRPr lang="en-CA" sz="3200" baseline="0" dirty="0"/>
          </a:p>
          <a:p>
            <a:endParaRPr lang="en-CA" sz="3200" baseline="0" dirty="0"/>
          </a:p>
          <a:p>
            <a:endParaRPr lang="en-CA" sz="3200" baseline="0" dirty="0"/>
          </a:p>
        </p:txBody>
      </p:sp>
      <p:sp>
        <p:nvSpPr>
          <p:cNvPr id="4" name="Furniture Company, a well-established US-based online retailer that specialises in home office products, is Critical Mass’ newest client. Furniture Company's website has a typical eComm structure (i.e.: homepage, product pages, product customizer, checko">
            <a:extLst>
              <a:ext uri="{FF2B5EF4-FFF2-40B4-BE49-F238E27FC236}">
                <a16:creationId xmlns:a16="http://schemas.microsoft.com/office/drawing/2014/main" id="{9586C7A0-D7B3-2711-FC4A-0BD34C51A08B}"/>
              </a:ext>
            </a:extLst>
          </p:cNvPr>
          <p:cNvSpPr txBox="1"/>
          <p:nvPr/>
        </p:nvSpPr>
        <p:spPr>
          <a:xfrm>
            <a:off x="1283975" y="2186551"/>
            <a:ext cx="21610918" cy="5950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endParaRPr lang="en-CA" sz="3200" baseline="0" dirty="0">
              <a:latin typeface="PP Object Sans"/>
            </a:endParaRPr>
          </a:p>
        </p:txBody>
      </p:sp>
      <p:pic>
        <p:nvPicPr>
          <p:cNvPr id="6" name="Imagen 5">
            <a:extLst>
              <a:ext uri="{FF2B5EF4-FFF2-40B4-BE49-F238E27FC236}">
                <a16:creationId xmlns:a16="http://schemas.microsoft.com/office/drawing/2014/main" id="{DAB993DB-7A2D-CB10-15C4-F6738ADFFF6B}"/>
              </a:ext>
            </a:extLst>
          </p:cNvPr>
          <p:cNvPicPr>
            <a:picLocks noChangeAspect="1"/>
          </p:cNvPicPr>
          <p:nvPr/>
        </p:nvPicPr>
        <p:blipFill>
          <a:blip r:embed="rId3"/>
          <a:stretch>
            <a:fillRect/>
          </a:stretch>
        </p:blipFill>
        <p:spPr>
          <a:xfrm>
            <a:off x="8952254" y="3724274"/>
            <a:ext cx="15452216" cy="7667626"/>
          </a:xfrm>
          <a:prstGeom prst="rect">
            <a:avLst/>
          </a:prstGeom>
        </p:spPr>
      </p:pic>
    </p:spTree>
    <p:extLst>
      <p:ext uri="{BB962C8B-B14F-4D97-AF65-F5344CB8AC3E}">
        <p14:creationId xmlns:p14="http://schemas.microsoft.com/office/powerpoint/2010/main" val="5432562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4" name="Image" descr="Image"/>
          <p:cNvPicPr>
            <a:picLocks noGrp="1" noChangeAspect="1"/>
          </p:cNvPicPr>
          <p:nvPr>
            <p:ph type="pic" idx="21"/>
          </p:nvPr>
        </p:nvPicPr>
        <p:blipFill>
          <a:blip r:embed="rId2"/>
          <a:srcRect t="5725" b="38024"/>
          <a:stretch>
            <a:fillRect/>
          </a:stretch>
        </p:blipFill>
        <p:spPr>
          <a:xfrm>
            <a:off x="0" y="0"/>
            <a:ext cx="24384000" cy="13716000"/>
          </a:xfrm>
          <a:prstGeom prst="rect">
            <a:avLst/>
          </a:prstGeom>
        </p:spPr>
      </p:pic>
      <p:sp>
        <p:nvSpPr>
          <p:cNvPr id="595" name="Thank you"/>
          <p:cNvSpPr txBox="1"/>
          <p:nvPr/>
        </p:nvSpPr>
        <p:spPr>
          <a:xfrm>
            <a:off x="146304" y="152400"/>
            <a:ext cx="26206163" cy="68031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defTabSz="2438338">
              <a:lnSpc>
                <a:spcPct val="90000"/>
              </a:lnSpc>
              <a:spcBef>
                <a:spcPts val="100"/>
              </a:spcBef>
              <a:defRPr sz="80000" cap="all" spc="-1600" baseline="0">
                <a:solidFill>
                  <a:schemeClr val="accent5">
                    <a:hueOff val="-90000"/>
                    <a:satOff val="18128"/>
                    <a:lumOff val="3921"/>
                  </a:schemeClr>
                </a:solidFill>
                <a:latin typeface="+mj-lt"/>
                <a:ea typeface="+mj-ea"/>
                <a:cs typeface="+mj-cs"/>
                <a:sym typeface="Compacta Std"/>
              </a:defRPr>
            </a:lvl1pPr>
          </a:lstStyle>
          <a:p>
            <a:r>
              <a:rPr sz="32200" dirty="0"/>
              <a:t>Thank</a:t>
            </a:r>
            <a:br>
              <a:rPr lang="en-US" sz="32200" dirty="0"/>
            </a:br>
            <a:r>
              <a:rPr sz="66700" dirty="0"/>
              <a:t> </a:t>
            </a:r>
            <a:r>
              <a:rPr sz="32200" dirty="0"/>
              <a:t>you</a:t>
            </a:r>
            <a:endParaRPr sz="66700" dirty="0"/>
          </a:p>
        </p:txBody>
      </p:sp>
      <p:pic>
        <p:nvPicPr>
          <p:cNvPr id="596" name="Image" descr="Image"/>
          <p:cNvPicPr>
            <a:picLocks noChangeAspect="1"/>
          </p:cNvPicPr>
          <p:nvPr/>
        </p:nvPicPr>
        <p:blipFill>
          <a:blip r:embed="rId3"/>
          <a:stretch>
            <a:fillRect/>
          </a:stretch>
        </p:blipFill>
        <p:spPr>
          <a:xfrm>
            <a:off x="20617929" y="11663095"/>
            <a:ext cx="2237260" cy="284622"/>
          </a:xfrm>
          <a:prstGeom prst="rect">
            <a:avLst/>
          </a:prstGeom>
          <a:ln w="12700">
            <a:miter lim="400000"/>
          </a:ln>
        </p:spPr>
      </p:pic>
      <p:sp>
        <p:nvSpPr>
          <p:cNvPr id="597" name="© Critical Mass Inc. All Rights Reserved."/>
          <p:cNvSpPr txBox="1"/>
          <p:nvPr/>
        </p:nvSpPr>
        <p:spPr>
          <a:xfrm>
            <a:off x="394192" y="13100050"/>
            <a:ext cx="2761682" cy="152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700">
              <a:defRPr sz="900" spc="9" baseline="0">
                <a:solidFill>
                  <a:schemeClr val="accent5">
                    <a:hueOff val="-90000"/>
                    <a:satOff val="18128"/>
                    <a:lumOff val="3921"/>
                  </a:schemeClr>
                </a:solidFill>
              </a:defRPr>
            </a:lvl1pPr>
          </a:lstStyle>
          <a:p>
            <a:r>
              <a:t>© Critical Mass Inc. All Rights Reserved.</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a14="http://schemas.microsoft.com/office/drawing/2010/main" xmlns:m="http://schemas.openxmlformats.org/officeDocument/2006/math" xmlns="">
      <p:transition spd="fast">
        <p:fade/>
      </p:transition>
    </mc:Fallback>
  </mc:AlternateContent>
</p:sld>
</file>

<file path=ppt/theme/theme1.xml><?xml version="1.0" encoding="utf-8"?>
<a:theme xmlns:a="http://schemas.openxmlformats.org/drawingml/2006/main" name="21_BasicWhite">
  <a:themeElements>
    <a:clrScheme name="21_BasicWhite">
      <a:dk1>
        <a:srgbClr val="000000"/>
      </a:dk1>
      <a:lt1>
        <a:srgbClr val="FFFFFF"/>
      </a:lt1>
      <a:dk2>
        <a:srgbClr val="F0F0F0"/>
      </a:dk2>
      <a:lt2>
        <a:srgbClr val="FAFAFA"/>
      </a:lt2>
      <a:accent1>
        <a:srgbClr val="D53A0B"/>
      </a:accent1>
      <a:accent2>
        <a:srgbClr val="1A399E"/>
      </a:accent2>
      <a:accent3>
        <a:srgbClr val="B7D2F1"/>
      </a:accent3>
      <a:accent4>
        <a:srgbClr val="FBDDCF"/>
      </a:accent4>
      <a:accent5>
        <a:srgbClr val="EDF1E7"/>
      </a:accent5>
      <a:accent6>
        <a:srgbClr val="515151"/>
      </a:accent6>
      <a:hlink>
        <a:srgbClr val="0000FF"/>
      </a:hlink>
      <a:folHlink>
        <a:srgbClr val="FF00FF"/>
      </a:folHlink>
    </a:clrScheme>
    <a:fontScheme name="21_BasicWhite">
      <a:majorFont>
        <a:latin typeface="Compacta Std"/>
        <a:ea typeface="Compacta Std"/>
        <a:cs typeface="Compacta Std"/>
      </a:majorFont>
      <a:minorFont>
        <a:latin typeface="PP Object Sans Bold"/>
        <a:ea typeface="PP Object Sans Bold"/>
        <a:cs typeface="PP Object Sans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hueOff val="-90000"/>
            <a:satOff val="18128"/>
            <a:lumOff val="3921"/>
          </a:schemeClr>
        </a:solid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chemeClr val="accent6">
                <a:lumOff val="-31799"/>
              </a:schemeClr>
            </a:solidFill>
            <a:effectLst/>
            <a:uFillTx/>
            <a:latin typeface="+mn-lt"/>
            <a:ea typeface="+mn-ea"/>
            <a:cs typeface="+mn-cs"/>
            <a:sym typeface="PP Object Sans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6">
              <a:lumOff val="-31799"/>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309563" rtl="0" fontAlgn="auto" latinLnBrk="0" hangingPunct="0">
          <a:lnSpc>
            <a:spcPct val="100000"/>
          </a:lnSpc>
          <a:spcBef>
            <a:spcPts val="0"/>
          </a:spcBef>
          <a:spcAft>
            <a:spcPts val="0"/>
          </a:spcAft>
          <a:buClrTx/>
          <a:buSzTx/>
          <a:buFontTx/>
          <a:buNone/>
          <a:tabLst/>
          <a:defRPr kumimoji="0" sz="3000" b="0" i="0" u="none" strike="noStrike" cap="none" spc="-59" normalizeH="0" baseline="1622">
            <a:ln>
              <a:noFill/>
            </a:ln>
            <a:solidFill>
              <a:schemeClr val="accent6">
                <a:lumOff val="-31799"/>
              </a:schemeClr>
            </a:solidFill>
            <a:effectLst/>
            <a:uFillTx/>
            <a:latin typeface="PP Object Sans Regular"/>
            <a:ea typeface="PP Object Sans Regular"/>
            <a:cs typeface="PP Object Sans Regular"/>
            <a:sym typeface="PP Object Sa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F0F0F0"/>
      </a:dk2>
      <a:lt2>
        <a:srgbClr val="FAFAFA"/>
      </a:lt2>
      <a:accent1>
        <a:srgbClr val="D53A0B"/>
      </a:accent1>
      <a:accent2>
        <a:srgbClr val="1A399E"/>
      </a:accent2>
      <a:accent3>
        <a:srgbClr val="B7D2F1"/>
      </a:accent3>
      <a:accent4>
        <a:srgbClr val="FBDDCF"/>
      </a:accent4>
      <a:accent5>
        <a:srgbClr val="EDF1E7"/>
      </a:accent5>
      <a:accent6>
        <a:srgbClr val="515151"/>
      </a:accent6>
      <a:hlink>
        <a:srgbClr val="0000FF"/>
      </a:hlink>
      <a:folHlink>
        <a:srgbClr val="FF00FF"/>
      </a:folHlink>
    </a:clrScheme>
    <a:fontScheme name="21_BasicWhite">
      <a:majorFont>
        <a:latin typeface="Compacta Std"/>
        <a:ea typeface="Compacta Std"/>
        <a:cs typeface="Compacta Std"/>
      </a:majorFont>
      <a:minorFont>
        <a:latin typeface="PP Object Sans Bold"/>
        <a:ea typeface="PP Object Sans Bold"/>
        <a:cs typeface="PP Object Sans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hueOff val="-90000"/>
            <a:satOff val="18128"/>
            <a:lumOff val="3921"/>
          </a:schemeClr>
        </a:solid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chemeClr val="accent6">
                <a:lumOff val="-31799"/>
              </a:schemeClr>
            </a:solidFill>
            <a:effectLst/>
            <a:uFillTx/>
            <a:latin typeface="+mn-lt"/>
            <a:ea typeface="+mn-ea"/>
            <a:cs typeface="+mn-cs"/>
            <a:sym typeface="PP Object Sans 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6">
              <a:lumOff val="-31799"/>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309563" rtl="0" fontAlgn="auto" latinLnBrk="0" hangingPunct="0">
          <a:lnSpc>
            <a:spcPct val="100000"/>
          </a:lnSpc>
          <a:spcBef>
            <a:spcPts val="0"/>
          </a:spcBef>
          <a:spcAft>
            <a:spcPts val="0"/>
          </a:spcAft>
          <a:buClrTx/>
          <a:buSzTx/>
          <a:buFontTx/>
          <a:buNone/>
          <a:tabLst/>
          <a:defRPr kumimoji="0" sz="3000" b="0" i="0" u="none" strike="noStrike" cap="none" spc="-59" normalizeH="0" baseline="1622">
            <a:ln>
              <a:noFill/>
            </a:ln>
            <a:solidFill>
              <a:schemeClr val="accent6">
                <a:lumOff val="-31799"/>
              </a:schemeClr>
            </a:solidFill>
            <a:effectLst/>
            <a:uFillTx/>
            <a:latin typeface="PP Object Sans Regular"/>
            <a:ea typeface="PP Object Sans Regular"/>
            <a:cs typeface="PP Object Sans Regular"/>
            <a:sym typeface="PP Object Sa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D89D285509AEE40AE09BF5953C87137" ma:contentTypeVersion="13" ma:contentTypeDescription="Create a new document." ma:contentTypeScope="" ma:versionID="f0ca35606811d992859c506e6378d87e">
  <xsd:schema xmlns:xsd="http://www.w3.org/2001/XMLSchema" xmlns:xs="http://www.w3.org/2001/XMLSchema" xmlns:p="http://schemas.microsoft.com/office/2006/metadata/properties" xmlns:ns2="2df0fa93-a484-430e-bc43-d395580a724c" xmlns:ns3="c5fc6e88-e9f4-469d-85de-ab0528ae67d6" targetNamespace="http://schemas.microsoft.com/office/2006/metadata/properties" ma:root="true" ma:fieldsID="4d9df085bf44f9d3c2d60099537be2e8" ns2:_="" ns3:_="">
    <xsd:import namespace="2df0fa93-a484-430e-bc43-d395580a724c"/>
    <xsd:import namespace="c5fc6e88-e9f4-469d-85de-ab0528ae67d6"/>
    <xsd:element name="properties">
      <xsd:complexType>
        <xsd:sequence>
          <xsd:element name="documentManagement">
            <xsd:complexType>
              <xsd:all>
                <xsd:element ref="ns2:Priority"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f0fa93-a484-430e-bc43-d395580a724c" elementFormDefault="qualified">
    <xsd:import namespace="http://schemas.microsoft.com/office/2006/documentManagement/types"/>
    <xsd:import namespace="http://schemas.microsoft.com/office/infopath/2007/PartnerControls"/>
    <xsd:element name="Priority" ma:index="8" nillable="true" ma:displayName="Priority" ma:format="Dropdown" ma:internalName="Priority">
      <xsd:simpleType>
        <xsd:restriction base="dms:Choice">
          <xsd:enumeration value="Content Intelligence"/>
          <xsd:enumeration value="AI Process"/>
          <xsd:enumeration value="Algorithmic Marketplace"/>
          <xsd:enumeration value="Media Automation"/>
          <xsd:enumeration value="Growth Operations"/>
          <xsd:enumeration value="Team Upskill"/>
          <xsd:enumeration value="People Management"/>
          <xsd:enumeration value="Catalyst Platform"/>
          <xsd:enumeration value="Engineering Advancement"/>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6a257fb-28f5-49c4-92c3-d49665e8e1d3"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5fc6e88-e9f4-469d-85de-ab0528ae67d6"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b2f072f2-6667-43cb-8340-37267ec4840e}" ma:internalName="TaxCatchAll" ma:showField="CatchAllData" ma:web="c5fc6e88-e9f4-469d-85de-ab0528ae67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riority xmlns="2df0fa93-a484-430e-bc43-d395580a724c" xsi:nil="true"/>
    <lcf76f155ced4ddcb4097134ff3c332f xmlns="2df0fa93-a484-430e-bc43-d395580a724c">
      <Terms xmlns="http://schemas.microsoft.com/office/infopath/2007/PartnerControls"/>
    </lcf76f155ced4ddcb4097134ff3c332f>
    <TaxCatchAll xmlns="c5fc6e88-e9f4-469d-85de-ab0528ae67d6" xsi:nil="true"/>
  </documentManagement>
</p:properties>
</file>

<file path=customXml/itemProps1.xml><?xml version="1.0" encoding="utf-8"?>
<ds:datastoreItem xmlns:ds="http://schemas.openxmlformats.org/officeDocument/2006/customXml" ds:itemID="{35E2AF58-D7AC-4CF6-8394-F405B71D73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f0fa93-a484-430e-bc43-d395580a724c"/>
    <ds:schemaRef ds:uri="c5fc6e88-e9f4-469d-85de-ab0528ae67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4878DAF-DB80-4512-87A9-A57691BB62BE}">
  <ds:schemaRefs>
    <ds:schemaRef ds:uri="http://schemas.microsoft.com/sharepoint/v3/contenttype/forms"/>
  </ds:schemaRefs>
</ds:datastoreItem>
</file>

<file path=customXml/itemProps3.xml><?xml version="1.0" encoding="utf-8"?>
<ds:datastoreItem xmlns:ds="http://schemas.openxmlformats.org/officeDocument/2006/customXml" ds:itemID="{B7605F91-57FF-480B-81E9-76B3B3245D10}">
  <ds:schemaRefs>
    <ds:schemaRef ds:uri="http://www.w3.org/XML/1998/namespace"/>
    <ds:schemaRef ds:uri="http://purl.org/dc/terms/"/>
    <ds:schemaRef ds:uri="http://schemas.microsoft.com/office/2006/documentManagement/types"/>
    <ds:schemaRef ds:uri="http://schemas.microsoft.com/office/2006/metadata/properties"/>
    <ds:schemaRef ds:uri="c5fc6e88-e9f4-469d-85de-ab0528ae67d6"/>
    <ds:schemaRef ds:uri="http://schemas.microsoft.com/office/infopath/2007/PartnerControls"/>
    <ds:schemaRef ds:uri="http://purl.org/dc/elements/1.1/"/>
    <ds:schemaRef ds:uri="http://schemas.openxmlformats.org/package/2006/metadata/core-properties"/>
    <ds:schemaRef ds:uri="2df0fa93-a484-430e-bc43-d395580a724c"/>
    <ds:schemaRef ds:uri="http://purl.org/dc/dcmitype/"/>
  </ds:schemaRefs>
</ds:datastoreItem>
</file>

<file path=docMetadata/LabelInfo.xml><?xml version="1.0" encoding="utf-8"?>
<clbl:labelList xmlns:clbl="http://schemas.microsoft.com/office/2020/mipLabelMetadata">
  <clbl:label id="{e6935750-240b-48e4-a615-66942a738439}" enabled="1" method="Standard" siteId="{ce849bab-cc1c-465b-b62e-18f07c9ac198}" contentBits="2" removed="0"/>
</clbl:labelList>
</file>

<file path=docProps/app.xml><?xml version="1.0" encoding="utf-8"?>
<Properties xmlns="http://schemas.openxmlformats.org/officeDocument/2006/extended-properties" xmlns:vt="http://schemas.openxmlformats.org/officeDocument/2006/docPropsVTypes">
  <TotalTime>1828</TotalTime>
  <Words>1291</Words>
  <Application>Microsoft Office PowerPoint</Application>
  <PresentationFormat>Personalizado</PresentationFormat>
  <Paragraphs>135</Paragraphs>
  <Slides>12</Slides>
  <Notes>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Arial</vt:lpstr>
      <vt:lpstr>BMW Group Condensed</vt:lpstr>
      <vt:lpstr>PP Object Sans</vt:lpstr>
      <vt:lpstr>PP Object Sans Bold</vt:lpstr>
      <vt:lpstr>PP Object Sans Regular</vt:lpstr>
      <vt:lpstr>21_BasicWhite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Sebastian Hinestroza</cp:lastModifiedBy>
  <cp:revision>67</cp:revision>
  <dcterms:modified xsi:type="dcterms:W3CDTF">2026-04-17T22:05:56Z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e19d756-792e-42a1-bcad-4cb9051ddd2d_Enabled">
    <vt:lpwstr>true</vt:lpwstr>
  </property>
  <property fmtid="{D5CDD505-2E9C-101B-9397-08002B2CF9AE}" pid="3" name="MSIP_Label_8e19d756-792e-42a1-bcad-4cb9051ddd2d_SetDate">
    <vt:lpwstr>2025-04-08T16:42:40Z</vt:lpwstr>
  </property>
  <property fmtid="{D5CDD505-2E9C-101B-9397-08002B2CF9AE}" pid="4" name="MSIP_Label_8e19d756-792e-42a1-bcad-4cb9051ddd2d_Method">
    <vt:lpwstr>Privileged</vt:lpwstr>
  </property>
  <property fmtid="{D5CDD505-2E9C-101B-9397-08002B2CF9AE}" pid="5" name="MSIP_Label_8e19d756-792e-42a1-bcad-4cb9051ddd2d_Name">
    <vt:lpwstr>Confidential</vt:lpwstr>
  </property>
  <property fmtid="{D5CDD505-2E9C-101B-9397-08002B2CF9AE}" pid="6" name="MSIP_Label_8e19d756-792e-42a1-bcad-4cb9051ddd2d_SiteId">
    <vt:lpwstr>41eb501a-f671-4ce0-a5bf-b64168c3705f</vt:lpwstr>
  </property>
  <property fmtid="{D5CDD505-2E9C-101B-9397-08002B2CF9AE}" pid="7" name="MSIP_Label_8e19d756-792e-42a1-bcad-4cb9051ddd2d_ActionId">
    <vt:lpwstr>3b6db7be-430e-4a40-85e0-78f1f856a235</vt:lpwstr>
  </property>
  <property fmtid="{D5CDD505-2E9C-101B-9397-08002B2CF9AE}" pid="8" name="MSIP_Label_8e19d756-792e-42a1-bcad-4cb9051ddd2d_ContentBits">
    <vt:lpwstr>2</vt:lpwstr>
  </property>
  <property fmtid="{D5CDD505-2E9C-101B-9397-08002B2CF9AE}" pid="9" name="MSIP_Label_8e19d756-792e-42a1-bcad-4cb9051ddd2d_Tag">
    <vt:lpwstr>50, 0, 1, 1</vt:lpwstr>
  </property>
  <property fmtid="{D5CDD505-2E9C-101B-9397-08002B2CF9AE}" pid="10" name="ClassificationContentMarkingFooterLocations">
    <vt:lpwstr>21_BasicWhite:9</vt:lpwstr>
  </property>
  <property fmtid="{D5CDD505-2E9C-101B-9397-08002B2CF9AE}" pid="11" name="ClassificationContentMarkingFooterText">
    <vt:lpwstr>CONFIDENTIAL</vt:lpwstr>
  </property>
  <property fmtid="{D5CDD505-2E9C-101B-9397-08002B2CF9AE}" pid="12" name="ContentTypeId">
    <vt:lpwstr>0x0101003D89D285509AEE40AE09BF5953C87137</vt:lpwstr>
  </property>
  <property fmtid="{D5CDD505-2E9C-101B-9397-08002B2CF9AE}" pid="13" name="MediaServiceImageTags">
    <vt:lpwstr/>
  </property>
</Properties>
</file>